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61" r:id="rId3"/>
    <p:sldId id="264" r:id="rId4"/>
    <p:sldId id="265" r:id="rId5"/>
    <p:sldId id="266" r:id="rId6"/>
    <p:sldId id="268" r:id="rId7"/>
    <p:sldId id="269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F9C6A-B32E-493B-BC80-C802530CE959}" v="4" dt="2025-11-25T17:20:44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Ramesh" userId="10d34ed9-9826-4a8d-9d57-780025067f77" providerId="ADAL" clId="{1C7F9C6A-B32E-493B-BC80-C802530CE959}"/>
    <pc:docChg chg="delSld modSld">
      <pc:chgData name="Anurag Ramesh" userId="10d34ed9-9826-4a8d-9d57-780025067f77" providerId="ADAL" clId="{1C7F9C6A-B32E-493B-BC80-C802530CE959}" dt="2025-11-25T17:20:44.409" v="28"/>
      <pc:docMkLst>
        <pc:docMk/>
      </pc:docMkLst>
      <pc:sldChg chg="modSp">
        <pc:chgData name="Anurag Ramesh" userId="10d34ed9-9826-4a8d-9d57-780025067f77" providerId="ADAL" clId="{1C7F9C6A-B32E-493B-BC80-C802530CE959}" dt="2025-11-25T17:20:30.861" v="25"/>
        <pc:sldMkLst>
          <pc:docMk/>
          <pc:sldMk cId="2367256748" sldId="261"/>
        </pc:sldMkLst>
        <pc:spChg chg="mod">
          <ac:chgData name="Anurag Ramesh" userId="10d34ed9-9826-4a8d-9d57-780025067f77" providerId="ADAL" clId="{1C7F9C6A-B32E-493B-BC80-C802530CE959}" dt="2025-11-25T17:20:30.861" v="25"/>
          <ac:spMkLst>
            <pc:docMk/>
            <pc:sldMk cId="2367256748" sldId="261"/>
            <ac:spMk id="10" creationId="{F26C47E6-2840-7F8A-4B1F-C28C179A2F7C}"/>
          </ac:spMkLst>
        </pc:spChg>
      </pc:sldChg>
      <pc:sldChg chg="del">
        <pc:chgData name="Anurag Ramesh" userId="10d34ed9-9826-4a8d-9d57-780025067f77" providerId="ADAL" clId="{1C7F9C6A-B32E-493B-BC80-C802530CE959}" dt="2025-11-25T17:19:47.777" v="0" actId="47"/>
        <pc:sldMkLst>
          <pc:docMk/>
          <pc:sldMk cId="3600784105" sldId="262"/>
        </pc:sldMkLst>
      </pc:sldChg>
      <pc:sldChg chg="del">
        <pc:chgData name="Anurag Ramesh" userId="10d34ed9-9826-4a8d-9d57-780025067f77" providerId="ADAL" clId="{1C7F9C6A-B32E-493B-BC80-C802530CE959}" dt="2025-11-25T17:19:50.060" v="1" actId="47"/>
        <pc:sldMkLst>
          <pc:docMk/>
          <pc:sldMk cId="1142318342" sldId="263"/>
        </pc:sldMkLst>
      </pc:sldChg>
      <pc:sldChg chg="modSp mod">
        <pc:chgData name="Anurag Ramesh" userId="10d34ed9-9826-4a8d-9d57-780025067f77" providerId="ADAL" clId="{1C7F9C6A-B32E-493B-BC80-C802530CE959}" dt="2025-11-25T17:20:24.680" v="24" actId="20577"/>
        <pc:sldMkLst>
          <pc:docMk/>
          <pc:sldMk cId="2023807993" sldId="264"/>
        </pc:sldMkLst>
        <pc:spChg chg="mod">
          <ac:chgData name="Anurag Ramesh" userId="10d34ed9-9826-4a8d-9d57-780025067f77" providerId="ADAL" clId="{1C7F9C6A-B32E-493B-BC80-C802530CE959}" dt="2025-11-25T17:20:24.680" v="24" actId="20577"/>
          <ac:spMkLst>
            <pc:docMk/>
            <pc:sldMk cId="2023807993" sldId="264"/>
            <ac:spMk id="10" creationId="{F4084A47-C341-7DB4-6240-91591268D2E8}"/>
          </ac:spMkLst>
        </pc:spChg>
      </pc:sldChg>
      <pc:sldChg chg="modSp">
        <pc:chgData name="Anurag Ramesh" userId="10d34ed9-9826-4a8d-9d57-780025067f77" providerId="ADAL" clId="{1C7F9C6A-B32E-493B-BC80-C802530CE959}" dt="2025-11-25T17:20:34.440" v="26"/>
        <pc:sldMkLst>
          <pc:docMk/>
          <pc:sldMk cId="1722976886" sldId="265"/>
        </pc:sldMkLst>
        <pc:spChg chg="mod">
          <ac:chgData name="Anurag Ramesh" userId="10d34ed9-9826-4a8d-9d57-780025067f77" providerId="ADAL" clId="{1C7F9C6A-B32E-493B-BC80-C802530CE959}" dt="2025-11-25T17:20:34.440" v="26"/>
          <ac:spMkLst>
            <pc:docMk/>
            <pc:sldMk cId="1722976886" sldId="265"/>
            <ac:spMk id="10" creationId="{FC4813FD-3C81-4012-C422-C07060C63D3B}"/>
          </ac:spMkLst>
        </pc:spChg>
      </pc:sldChg>
      <pc:sldChg chg="modSp mod">
        <pc:chgData name="Anurag Ramesh" userId="10d34ed9-9826-4a8d-9d57-780025067f77" providerId="ADAL" clId="{1C7F9C6A-B32E-493B-BC80-C802530CE959}" dt="2025-11-25T17:20:38.132" v="27"/>
        <pc:sldMkLst>
          <pc:docMk/>
          <pc:sldMk cId="995111451" sldId="266"/>
        </pc:sldMkLst>
        <pc:spChg chg="mod">
          <ac:chgData name="Anurag Ramesh" userId="10d34ed9-9826-4a8d-9d57-780025067f77" providerId="ADAL" clId="{1C7F9C6A-B32E-493B-BC80-C802530CE959}" dt="2025-11-25T17:20:38.132" v="27"/>
          <ac:spMkLst>
            <pc:docMk/>
            <pc:sldMk cId="995111451" sldId="266"/>
            <ac:spMk id="10" creationId="{2DF92B80-EB15-1E97-94ED-68B95E840F47}"/>
          </ac:spMkLst>
        </pc:spChg>
      </pc:sldChg>
      <pc:sldChg chg="modSp">
        <pc:chgData name="Anurag Ramesh" userId="10d34ed9-9826-4a8d-9d57-780025067f77" providerId="ADAL" clId="{1C7F9C6A-B32E-493B-BC80-C802530CE959}" dt="2025-11-25T17:20:44.409" v="28"/>
        <pc:sldMkLst>
          <pc:docMk/>
          <pc:sldMk cId="734725366" sldId="268"/>
        </pc:sldMkLst>
        <pc:spChg chg="mod">
          <ac:chgData name="Anurag Ramesh" userId="10d34ed9-9826-4a8d-9d57-780025067f77" providerId="ADAL" clId="{1C7F9C6A-B32E-493B-BC80-C802530CE959}" dt="2025-11-25T17:20:44.409" v="28"/>
          <ac:spMkLst>
            <pc:docMk/>
            <pc:sldMk cId="734725366" sldId="268"/>
            <ac:spMk id="10" creationId="{0325D5DE-59DF-94A6-ECF8-01941DC304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476EE-9138-4985-8B4F-A9C1CFC5B92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66320-C7CA-44AB-9CA1-1697F96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53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22" descr="Un árbol en un parque&#10;&#10;Descripción generada automáticamente con confianza media">
            <a:extLst>
              <a:ext uri="{FF2B5EF4-FFF2-40B4-BE49-F238E27FC236}">
                <a16:creationId xmlns:a16="http://schemas.microsoft.com/office/drawing/2014/main" id="{894FBB0B-12E5-CC93-F7E1-81910D5FF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b="23453"/>
          <a:stretch/>
        </p:blipFill>
        <p:spPr>
          <a:xfrm>
            <a:off x="307649" y="1397894"/>
            <a:ext cx="11477001" cy="5271219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6AF2A54-097C-ED10-9E6E-4CAF7D6D2BF6}"/>
              </a:ext>
            </a:extLst>
          </p:cNvPr>
          <p:cNvSpPr/>
          <p:nvPr userDrawn="1"/>
        </p:nvSpPr>
        <p:spPr>
          <a:xfrm>
            <a:off x="307649" y="290558"/>
            <a:ext cx="11477001" cy="6401486"/>
          </a:xfrm>
          <a:prstGeom prst="rect">
            <a:avLst/>
          </a:prstGeom>
          <a:noFill/>
          <a:ln w="57150">
            <a:solidFill>
              <a:schemeClr val="tx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79DD3F7-C76E-7ACD-FDE3-C50CD020A3D9}"/>
              </a:ext>
            </a:extLst>
          </p:cNvPr>
          <p:cNvSpPr/>
          <p:nvPr userDrawn="1"/>
        </p:nvSpPr>
        <p:spPr>
          <a:xfrm>
            <a:off x="1609457" y="764236"/>
            <a:ext cx="8973084" cy="36663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Imagen 18" descr="Un dibujo de una cara feliz&#10;&#10;Descripción generada automáticamente con confianza baja">
            <a:extLst>
              <a:ext uri="{FF2B5EF4-FFF2-40B4-BE49-F238E27FC236}">
                <a16:creationId xmlns:a16="http://schemas.microsoft.com/office/drawing/2014/main" id="{38E16C5B-316A-E805-B032-B2B3E5B19A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722" y="6224111"/>
            <a:ext cx="1574802" cy="245611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CDC5240A-0D07-D10B-F16E-B252496E9D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9875" y="1024560"/>
            <a:ext cx="8277308" cy="1495181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chemeClr val="accent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CLICK HERE TO MODIFY TITLE</a:t>
            </a:r>
            <a:endParaRPr lang="es-MX"/>
          </a:p>
        </p:txBody>
      </p:sp>
      <p:pic>
        <p:nvPicPr>
          <p:cNvPr id="22" name="Imagen 21" descr="Código QR&#10;&#10;Descripción generada automáticamente">
            <a:extLst>
              <a:ext uri="{FF2B5EF4-FFF2-40B4-BE49-F238E27FC236}">
                <a16:creationId xmlns:a16="http://schemas.microsoft.com/office/drawing/2014/main" id="{F602A2DE-16F6-DECD-C38A-1813FB9A74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871" y="3241809"/>
            <a:ext cx="1032971" cy="1006008"/>
          </a:xfrm>
          <a:prstGeom prst="rect">
            <a:avLst/>
          </a:prstGeom>
        </p:spPr>
      </p:pic>
      <p:grpSp>
        <p:nvGrpSpPr>
          <p:cNvPr id="14" name="Grupo 13">
            <a:extLst>
              <a:ext uri="{FF2B5EF4-FFF2-40B4-BE49-F238E27FC236}">
                <a16:creationId xmlns:a16="http://schemas.microsoft.com/office/drawing/2014/main" id="{1C0CF555-FAF2-2C36-23B7-E61A7D6629E7}"/>
              </a:ext>
            </a:extLst>
          </p:cNvPr>
          <p:cNvGrpSpPr/>
          <p:nvPr userDrawn="1"/>
        </p:nvGrpSpPr>
        <p:grpSpPr>
          <a:xfrm>
            <a:off x="4998591" y="155946"/>
            <a:ext cx="2194818" cy="498088"/>
            <a:chOff x="4664579" y="137845"/>
            <a:chExt cx="2862841" cy="649688"/>
          </a:xfrm>
        </p:grpSpPr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B1E881E-1C69-94A9-9FCA-32D014FE5380}"/>
                </a:ext>
              </a:extLst>
            </p:cNvPr>
            <p:cNvSpPr/>
            <p:nvPr userDrawn="1"/>
          </p:nvSpPr>
          <p:spPr>
            <a:xfrm>
              <a:off x="4664579" y="137845"/>
              <a:ext cx="2862841" cy="64968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 descr="Forma&#10;&#10;Descripción generada automáticamente con confianza media">
              <a:extLst>
                <a:ext uri="{FF2B5EF4-FFF2-40B4-BE49-F238E27FC236}">
                  <a16:creationId xmlns:a16="http://schemas.microsoft.com/office/drawing/2014/main" id="{0D18C5FD-2CE3-D39E-5279-6720BD8F20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9437" y="180812"/>
              <a:ext cx="2613124" cy="467743"/>
            </a:xfrm>
            <a:prstGeom prst="rect">
              <a:avLst/>
            </a:prstGeom>
          </p:spPr>
        </p:pic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38642-8218-4197-9987-D281CC9FD5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79875" y="2654353"/>
            <a:ext cx="3665552" cy="774647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CC42AEF-ED82-C0AD-D85C-94E807A1AA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79875" y="3491301"/>
            <a:ext cx="3665552" cy="774647"/>
          </a:xfr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Position 1</a:t>
            </a:r>
          </a:p>
          <a:p>
            <a:pPr lvl="0"/>
            <a:r>
              <a:rPr lang="en-US"/>
              <a:t>Position 2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978D49D-0DF8-1226-974C-94276DDC21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4873" y="2654353"/>
            <a:ext cx="3665552" cy="774647"/>
          </a:xfr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4D36CFA-6C11-194A-8585-F927FF0C17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4873" y="3491301"/>
            <a:ext cx="3665552" cy="774647"/>
          </a:xfrm>
        </p:spPr>
        <p:txBody>
          <a:bodyPr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i="0" kern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Venue</a:t>
            </a:r>
          </a:p>
          <a:p>
            <a:pPr lvl="0"/>
            <a:r>
              <a:rPr lang="en-US"/>
              <a:t>Institution, City, Country</a:t>
            </a:r>
          </a:p>
        </p:txBody>
      </p:sp>
    </p:spTree>
    <p:extLst>
      <p:ext uri="{BB962C8B-B14F-4D97-AF65-F5344CB8AC3E}">
        <p14:creationId xmlns:p14="http://schemas.microsoft.com/office/powerpoint/2010/main" val="287402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9FA9E-7AF1-2B8F-8E5B-F341A4266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120" y="365125"/>
            <a:ext cx="1103468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49DE81-337C-617F-B500-591F8EB6F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03AE8A-9304-6E4B-91DF-72158314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49629" y="6356350"/>
            <a:ext cx="1304224" cy="365125"/>
          </a:xfrm>
          <a:prstGeom prst="rect">
            <a:avLst/>
          </a:prstGeom>
        </p:spPr>
        <p:txBody>
          <a:bodyPr anchor="ctr"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65404F8-D6E6-4722-A8D7-5A45E730DFCE}" type="datetime4">
              <a:rPr lang="en-US" smtClean="0"/>
              <a:t>November 24, 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C29824-4960-D599-1B77-3A208B19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FBEEC9-49A2-0CB7-C2E5-14BA0CE6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 anchor="ctr"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  <p:pic>
        <p:nvPicPr>
          <p:cNvPr id="9" name="Imagen 8" descr="Forma&#10;&#10;Descripción generada automáticamente con confianza media">
            <a:extLst>
              <a:ext uri="{FF2B5EF4-FFF2-40B4-BE49-F238E27FC236}">
                <a16:creationId xmlns:a16="http://schemas.microsoft.com/office/drawing/2014/main" id="{882B2D48-1C99-1DEF-C8FF-A6DDD14EF9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20" name="Imagen 19" descr="Icono&#10;&#10;Descripción generada automáticamente">
            <a:extLst>
              <a:ext uri="{FF2B5EF4-FFF2-40B4-BE49-F238E27FC236}">
                <a16:creationId xmlns:a16="http://schemas.microsoft.com/office/drawing/2014/main" id="{E938DF8B-4E83-56A9-70B3-1E8C3233B1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691A3-8D8E-3013-4B0B-D9ECB4815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118" y="6094413"/>
            <a:ext cx="11574219" cy="261937"/>
          </a:xfrm>
        </p:spPr>
        <p:txBody>
          <a:bodyPr anchor="b">
            <a:normAutofit/>
          </a:bodyPr>
          <a:lstStyle>
            <a:lvl1pPr marL="514350" indent="-514350">
              <a:lnSpc>
                <a:spcPct val="100000"/>
              </a:lnSpc>
              <a:buFont typeface="+mj-lt"/>
              <a:buAutoNum type="arabicPeriod"/>
              <a:defRPr sz="900">
                <a:latin typeface="+mn-lt"/>
              </a:defRPr>
            </a:lvl1pPr>
            <a:lvl2pPr marL="914400" indent="-457200">
              <a:buFont typeface="+mj-lt"/>
              <a:buAutoNum type="arabicPeriod"/>
              <a:defRPr/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96989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F6215-8DD3-3F8B-23EF-8126CFAD8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68350"/>
            <a:ext cx="7543029" cy="37941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931003-C094-3C6E-35C5-420E0AA12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684F5E72-F5E5-E759-0AA1-CFBC5E978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4585994B-FDA9-3003-86BC-209108A57B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3BC6C0FC-AE94-01F3-AA78-316F4D32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68880" y="6356350"/>
            <a:ext cx="1270535" cy="365125"/>
          </a:xfrm>
          <a:prstGeom prst="rect">
            <a:avLst/>
          </a:prstGeom>
        </p:spPr>
        <p:txBody>
          <a:bodyPr anchor="ctr"/>
          <a:lstStyle>
            <a:lvl1pPr>
              <a:defRPr lang="en-US" smtClean="0"/>
            </a:lvl1pPr>
          </a:lstStyle>
          <a:p>
            <a:fld id="{D59467CD-606F-49C5-BF44-5CB6AA1BF748}" type="datetime4">
              <a:rPr lang="en-US" smtClean="0"/>
              <a:t>November 24, 2025</a:t>
            </a:fld>
            <a:endParaRPr lang="en-US"/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95F658F4-252E-FCF5-8DC4-C205D624D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E8ED71CB-9064-0494-3D4D-A4B127E6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8486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39ACE4-3B22-B8A9-4044-314DB963C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2CF7D0-4344-9A6B-0BF3-FA24E1EE9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pic>
        <p:nvPicPr>
          <p:cNvPr id="13" name="Imagen 12" descr="Forma&#10;&#10;Descripción generada automáticamente con confianza media">
            <a:extLst>
              <a:ext uri="{FF2B5EF4-FFF2-40B4-BE49-F238E27FC236}">
                <a16:creationId xmlns:a16="http://schemas.microsoft.com/office/drawing/2014/main" id="{9F8490A3-32BA-38B6-B297-3B3087F315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D04ED747-C3EA-AFC2-5934-7AF2A5C93F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142CABB7-AD4E-A12A-4F8A-8CBA2EE013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B5563B19-304C-30DC-A9E2-546B200196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59255" y="6356350"/>
            <a:ext cx="1299410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D9E0369-E596-4CC2-B716-DB4FAF33A982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5BDC66A1-8E6C-22B9-8CA9-A24DDEF0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30FA02BD-6D96-5DE7-B3C1-DCC6C023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227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F0AADF-66F7-A357-585B-B92CA92E0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66621"/>
            <a:ext cx="5157787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618ACB-A1A0-6286-6B3E-92F91FD36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2661"/>
            <a:ext cx="5157787" cy="32670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F2F577-5282-9F7D-4F4D-1DB111160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66621"/>
            <a:ext cx="5183188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44A096-AA24-3FC4-1A58-FFDE5CB14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2661"/>
            <a:ext cx="5183188" cy="326700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pic>
        <p:nvPicPr>
          <p:cNvPr id="15" name="Imagen 14" descr="Forma&#10;&#10;Descripción generada automáticamente con confianza media">
            <a:extLst>
              <a:ext uri="{FF2B5EF4-FFF2-40B4-BE49-F238E27FC236}">
                <a16:creationId xmlns:a16="http://schemas.microsoft.com/office/drawing/2014/main" id="{8926D58D-1911-E053-8BCE-680C34E4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116DAE83-EC34-0363-B771-FF8E52CE03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45FDAADD-FD8E-48CA-B517-5CE5FB9C1B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3" name="Marcador de fecha 3">
            <a:extLst>
              <a:ext uri="{FF2B5EF4-FFF2-40B4-BE49-F238E27FC236}">
                <a16:creationId xmlns:a16="http://schemas.microsoft.com/office/drawing/2014/main" id="{C631CC8D-6625-582A-A607-B5B73ED3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D80F4B5-DD3B-486C-A527-F777654EC5D1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8A95C323-DD12-E48A-6ED0-EE469699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2E75E940-1F55-3277-9212-269BA927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946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orma&#10;&#10;Descripción generada automáticamente con confianza media">
            <a:extLst>
              <a:ext uri="{FF2B5EF4-FFF2-40B4-BE49-F238E27FC236}">
                <a16:creationId xmlns:a16="http://schemas.microsoft.com/office/drawing/2014/main" id="{2B7DF355-0990-97A6-5D7E-D364877AC7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2" name="Imagen 11" descr="Icono&#10;&#10;Descripción generada automáticamente">
            <a:extLst>
              <a:ext uri="{FF2B5EF4-FFF2-40B4-BE49-F238E27FC236}">
                <a16:creationId xmlns:a16="http://schemas.microsoft.com/office/drawing/2014/main" id="{28525C45-4E83-5F24-E014-F49C9B9AB5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6965AEF9-7D97-B228-B785-12B95349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39937B47-3C1E-9493-9055-DDAB4563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0A2F9B7E-53D5-47A3-87EF-840A764BD8FE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E003F948-EB9C-F257-EAA2-22CD2C60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487CB8ED-0887-F259-6DB0-A411E864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826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Forma&#10;&#10;Descripción generada automáticamente con confianza media">
            <a:extLst>
              <a:ext uri="{FF2B5EF4-FFF2-40B4-BE49-F238E27FC236}">
                <a16:creationId xmlns:a16="http://schemas.microsoft.com/office/drawing/2014/main" id="{E0632A1B-2D32-6DD7-B28D-07A232DD04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34CABE1F-189A-5205-D8EB-F80E0D5470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3" name="Marcador de fecha 3">
            <a:extLst>
              <a:ext uri="{FF2B5EF4-FFF2-40B4-BE49-F238E27FC236}">
                <a16:creationId xmlns:a16="http://schemas.microsoft.com/office/drawing/2014/main" id="{EC5979DB-47E0-11F5-01EC-7E652B73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3797186-0E7D-451C-BD31-2F3D5F0161F2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E644F463-785A-C382-2A28-555BBB774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5" name="Marcador de número de diapositiva 5">
            <a:extLst>
              <a:ext uri="{FF2B5EF4-FFF2-40B4-BE49-F238E27FC236}">
                <a16:creationId xmlns:a16="http://schemas.microsoft.com/office/drawing/2014/main" id="{B595C627-0F79-7E9C-2602-0FC42FB6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717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373F61-4322-BCE3-1479-155CCA4A4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6A91F8-C6C8-B7C0-3CAD-1B38C24B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09914"/>
            <a:ext cx="4236413" cy="34590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Imagen 12" descr="Forma&#10;&#10;Descripción generada automáticamente con confianza media">
            <a:extLst>
              <a:ext uri="{FF2B5EF4-FFF2-40B4-BE49-F238E27FC236}">
                <a16:creationId xmlns:a16="http://schemas.microsoft.com/office/drawing/2014/main" id="{2F6F57B0-C5B2-A86B-8026-2FE43409E6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30ED61C6-8048-2DF2-C09B-AFB42F1AAA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AD09A649-C4C6-7D6F-94FD-B221080263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38001" cy="182259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9F482424-0CA0-53EC-B6C6-CC092AB3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D94E318-0FEB-4023-B073-A9B1C70F4C44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FA4CB8DF-4D38-081D-A5F3-8BC447F5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50412CD0-03B2-FB52-8C59-C125C669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32660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CD9E5D-F900-252D-270E-CB79DA18A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s-MX"/>
          </a:p>
        </p:txBody>
      </p:sp>
      <p:pic>
        <p:nvPicPr>
          <p:cNvPr id="13" name="Imagen 12" descr="Forma&#10;&#10;Descripción generada automáticamente con confianza media">
            <a:extLst>
              <a:ext uri="{FF2B5EF4-FFF2-40B4-BE49-F238E27FC236}">
                <a16:creationId xmlns:a16="http://schemas.microsoft.com/office/drawing/2014/main" id="{F53DB6B0-FC98-DBD4-62EB-E895C9F49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BE2C39F6-A3AC-9574-B3FC-2BF4C5E3D3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5" name="Marcador de texto 3">
            <a:extLst>
              <a:ext uri="{FF2B5EF4-FFF2-40B4-BE49-F238E27FC236}">
                <a16:creationId xmlns:a16="http://schemas.microsoft.com/office/drawing/2014/main" id="{D963571A-DD58-155B-60FB-915F8C746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09914"/>
            <a:ext cx="4236413" cy="34590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9933457E-0DEB-20DA-E628-956FDC8C94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4238001" cy="182259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102F433A-E052-80BA-86F1-B2CE9180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48E9042-D967-4E0D-BD72-40F1A7B49BEB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743B23F-C4B1-20B1-9155-FE73F00A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C2F423A7-5DA2-AD59-D101-3DC46CA8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9892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FD4F5-F620-03A0-2463-BE800C383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pic>
        <p:nvPicPr>
          <p:cNvPr id="12" name="Imagen 11" descr="Forma&#10;&#10;Descripción generada automáticamente con confianza media">
            <a:extLst>
              <a:ext uri="{FF2B5EF4-FFF2-40B4-BE49-F238E27FC236}">
                <a16:creationId xmlns:a16="http://schemas.microsoft.com/office/drawing/2014/main" id="{C4CACA47-2460-7E13-5963-BC5A26084A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0979CF61-39AB-4490-5D23-A07809936A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249D8FC2-E444-D9E6-D75F-A30F31B45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59CF7297-C054-E1D6-DE9C-A8ACA964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7F3F316-E20F-4B2B-AFB4-831C685C74B6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9A293C72-D5F9-C01A-86CD-B4C32AA7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5" name="Marcador de número de diapositiva 5">
            <a:extLst>
              <a:ext uri="{FF2B5EF4-FFF2-40B4-BE49-F238E27FC236}">
                <a16:creationId xmlns:a16="http://schemas.microsoft.com/office/drawing/2014/main" id="{970F4AA7-F32B-75A3-9E8B-E69F7917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784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Forma&#10;&#10;Descripción generada automáticamente con confianza media">
            <a:extLst>
              <a:ext uri="{FF2B5EF4-FFF2-40B4-BE49-F238E27FC236}">
                <a16:creationId xmlns:a16="http://schemas.microsoft.com/office/drawing/2014/main" id="{45714F61-E5E4-EB8D-7D3E-846D2972B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pic>
        <p:nvPicPr>
          <p:cNvPr id="13" name="Imagen 12" descr="Icono&#10;&#10;Descripción generada automáticamente">
            <a:extLst>
              <a:ext uri="{FF2B5EF4-FFF2-40B4-BE49-F238E27FC236}">
                <a16:creationId xmlns:a16="http://schemas.microsoft.com/office/drawing/2014/main" id="{A0396AE5-2933-D646-5ECF-8C482ED5B9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187" y="186551"/>
            <a:ext cx="487109" cy="587785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760ED615-7837-B659-5C5D-334254136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rot="5400000">
            <a:off x="3753972" y="1329531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CB0915C8-75B1-01D3-B801-C589BBB4E5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5400000">
            <a:off x="7399693" y="2233071"/>
            <a:ext cx="5272777" cy="263543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BAF1DE25-495E-7592-EDB3-8CE650FCF8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67151" y="6356350"/>
            <a:ext cx="1013537" cy="365125"/>
          </a:xfrm>
          <a:prstGeom prst="rect">
            <a:avLst/>
          </a:prstGeom>
        </p:spPr>
        <p:txBody>
          <a:bodyPr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4E4FA53-325D-4EFB-B6CC-49294224DF02}" type="datetime4">
              <a:rPr lang="en-US" smtClean="0"/>
              <a:t>November 24, 2025</a:t>
            </a:fld>
            <a:endParaRPr lang="es-MX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9EBD78A7-D56F-71B6-4340-96D026F4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s-MX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4168E466-F2DE-54FF-4F77-F02AD7956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41831D9-926B-4302-A6F7-54B31F00B9E1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9375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45AA99-9C77-3152-D2E1-791F9F5AE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19" y="365125"/>
            <a:ext cx="115742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CLICK HERE TO MODIFY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592021-C25E-2227-CE66-247C6EB2C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119" y="1690688"/>
            <a:ext cx="11574218" cy="448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err="1"/>
              <a:t>Click</a:t>
            </a:r>
            <a:r>
              <a:rPr lang="es-ES"/>
              <a:t> </a:t>
            </a:r>
            <a:r>
              <a:rPr lang="es-ES" err="1"/>
              <a:t>here</a:t>
            </a:r>
            <a:r>
              <a:rPr lang="es-ES"/>
              <a:t> </a:t>
            </a:r>
            <a:r>
              <a:rPr lang="es-ES" err="1"/>
              <a:t>to</a:t>
            </a:r>
            <a:r>
              <a:rPr lang="es-ES"/>
              <a:t> </a:t>
            </a:r>
            <a:r>
              <a:rPr lang="es-ES" err="1"/>
              <a:t>modify</a:t>
            </a:r>
            <a:endParaRPr lang="es-ES"/>
          </a:p>
          <a:p>
            <a:pPr lvl="1"/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2"/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3"/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lvl="4"/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MX"/>
          </a:p>
        </p:txBody>
      </p:sp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FC9DEEAA-FE1F-0839-A61E-70958C8510A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4" y="6356350"/>
            <a:ext cx="1730502" cy="309756"/>
          </a:xfrm>
          <a:prstGeom prst="rect">
            <a:avLst/>
          </a:prstGeom>
        </p:spPr>
      </p:pic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4C5BA7D3-86BD-F576-BE03-823F1F182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40005" y="6356350"/>
            <a:ext cx="1294598" cy="365125"/>
          </a:xfrm>
          <a:prstGeom prst="rect">
            <a:avLst/>
          </a:prstGeom>
        </p:spPr>
        <p:txBody>
          <a:bodyPr anchor="ctr"/>
          <a:lstStyle>
            <a:lvl1pPr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8D464806-4B4A-4BB7-BCE6-98E87EB69E2D}" type="datetime4">
              <a:rPr lang="en-US" smtClean="0"/>
              <a:t>November 24, 2025</a:t>
            </a:fld>
            <a:endParaRPr lang="en-US"/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7A6E0445-6C8B-3BFB-BD96-A70511B44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93493" y="6356350"/>
            <a:ext cx="37673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s-MX" sz="1200" dirty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algn="ctr"/>
            <a:endParaRPr lang="en-US"/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055A7836-8952-D798-B4D7-E10B8D710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0968" y="6356350"/>
            <a:ext cx="722831" cy="365125"/>
          </a:xfrm>
          <a:prstGeom prst="rect">
            <a:avLst/>
          </a:prstGeom>
        </p:spPr>
        <p:txBody>
          <a:bodyPr anchor="ctr"/>
          <a:lstStyle>
            <a:lvl1pPr algn="r">
              <a:defRPr lang="es-MX" sz="1200" kern="1200" smtClean="0">
                <a:solidFill>
                  <a:schemeClr val="tx1">
                    <a:tint val="82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A41831D9-926B-4302-A6F7-54B31F00B9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bernalde/stochastic-benchmark/pull/3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ECCF0C-E842-9CFE-567F-FD6A1CE576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QAOA Parameter-Setting Strategies using the Stochastic Benchmark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33184-E9F3-BAA8-85E2-99F0AAEFC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Anurag Ramesh</a:t>
            </a:r>
          </a:p>
          <a:p>
            <a:r>
              <a:rPr lang="en-US" dirty="0"/>
              <a:t>David E. Bernal Neira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5E3CC-9FC9-2E94-7C20-B8E301DE2B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11/25/2025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26944C-6E69-A6CD-97F3-CADBF6791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Purdue University</a:t>
            </a:r>
          </a:p>
        </p:txBody>
      </p:sp>
    </p:spTree>
    <p:extLst>
      <p:ext uri="{BB962C8B-B14F-4D97-AF65-F5344CB8AC3E}">
        <p14:creationId xmlns:p14="http://schemas.microsoft.com/office/powerpoint/2010/main" val="425533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D3089-8627-F994-6DDC-541A8A15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FFA9-17A6-BA8C-1794-D591E719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 vs Resource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CCC5-D94B-3D8B-1904-9B927CEEB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404F8-D6E6-4722-A8D7-5A45E730DFCE}" type="datetime4">
              <a:rPr lang="en-US" smtClean="0"/>
              <a:t>November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50CA3-5643-85D3-E704-8D367B1A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BB86C-07D9-BE39-E848-2659B4BE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2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C0838F-63FA-A3CD-E7F7-10A826BB03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6C47E6-2840-7F8A-4B1F-C28C179A2F7C}"/>
              </a:ext>
            </a:extLst>
          </p:cNvPr>
          <p:cNvSpPr txBox="1"/>
          <p:nvPr/>
        </p:nvSpPr>
        <p:spPr>
          <a:xfrm>
            <a:off x="819932" y="1690688"/>
            <a:ext cx="35674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10 different instances of size N = 10 Random 3-Regular graphs each executed at different values of p as well as other parameters</a:t>
            </a:r>
          </a:p>
          <a:p>
            <a:endParaRPr lang="en-US" dirty="0"/>
          </a:p>
          <a:p>
            <a:r>
              <a:rPr lang="en-US" b="1" dirty="0"/>
              <a:t>Performance Metric : </a:t>
            </a:r>
            <a:r>
              <a:rPr lang="en-US" dirty="0"/>
              <a:t>Approximation Ratio</a:t>
            </a:r>
          </a:p>
          <a:p>
            <a:endParaRPr lang="en-US" dirty="0"/>
          </a:p>
          <a:p>
            <a:r>
              <a:rPr lang="en-US" b="1" dirty="0"/>
              <a:t>Resource: </a:t>
            </a:r>
          </a:p>
          <a:p>
            <a:r>
              <a:rPr lang="en-US" dirty="0"/>
              <a:t>Mean Execution Time</a:t>
            </a:r>
          </a:p>
          <a:p>
            <a:endParaRPr lang="en-US" dirty="0"/>
          </a:p>
          <a:p>
            <a:r>
              <a:rPr lang="en-US" b="1" dirty="0"/>
              <a:t>Trainer: </a:t>
            </a:r>
            <a:r>
              <a:rPr lang="en-US" dirty="0"/>
              <a:t>Fixed Angle Conjecture</a:t>
            </a:r>
          </a:p>
          <a:p>
            <a:endParaRPr lang="en-US" dirty="0"/>
          </a:p>
          <a:p>
            <a:r>
              <a:rPr lang="en-US" b="1" dirty="0"/>
              <a:t>Evaluator: </a:t>
            </a:r>
            <a:r>
              <a:rPr lang="en-US" dirty="0"/>
              <a:t>State Vector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283AB6-9F6A-D870-41A6-3A8F1DC5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996" y="1280160"/>
            <a:ext cx="6474341" cy="481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5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EF89C-67C7-E487-DD57-3E4929292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057C-1C36-9D25-44BD-98E59D36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 vs Resource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F75FE-C9CB-ED31-3561-FAE40898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404F8-D6E6-4722-A8D7-5A45E730DFCE}" type="datetime4">
              <a:rPr lang="en-US" smtClean="0"/>
              <a:t>November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6B522-ABF5-0A45-13AF-619B581A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BC953-0A92-94B2-A7FE-AEC04E78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3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2FE0A7-A6E4-38B2-1E66-BA221281C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84A47-C341-7DB4-6240-91591268D2E8}"/>
              </a:ext>
            </a:extLst>
          </p:cNvPr>
          <p:cNvSpPr txBox="1"/>
          <p:nvPr/>
        </p:nvSpPr>
        <p:spPr>
          <a:xfrm>
            <a:off x="819932" y="1690688"/>
            <a:ext cx="35674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10 different instances of size N = 10 Random 3-Regular graphs each executed at different values of p as well as other parameters</a:t>
            </a:r>
          </a:p>
          <a:p>
            <a:endParaRPr lang="en-US" dirty="0"/>
          </a:p>
          <a:p>
            <a:r>
              <a:rPr lang="en-US" b="1" dirty="0"/>
              <a:t>Performance Metric: </a:t>
            </a:r>
            <a:r>
              <a:rPr lang="en-US" dirty="0"/>
              <a:t>Energy</a:t>
            </a:r>
          </a:p>
          <a:p>
            <a:endParaRPr lang="en-US" dirty="0"/>
          </a:p>
          <a:p>
            <a:r>
              <a:rPr lang="en-US" b="1" dirty="0"/>
              <a:t>Resource: </a:t>
            </a:r>
          </a:p>
          <a:p>
            <a:r>
              <a:rPr lang="en-US" dirty="0"/>
              <a:t>Mean Execution Time</a:t>
            </a:r>
          </a:p>
          <a:p>
            <a:endParaRPr lang="en-US" dirty="0"/>
          </a:p>
          <a:p>
            <a:r>
              <a:rPr lang="en-US" b="1" dirty="0"/>
              <a:t>Trainer: </a:t>
            </a:r>
            <a:r>
              <a:rPr lang="en-US" dirty="0"/>
              <a:t>Trotterized Quantum Annealing</a:t>
            </a:r>
          </a:p>
          <a:p>
            <a:endParaRPr lang="en-US" dirty="0"/>
          </a:p>
          <a:p>
            <a:r>
              <a:rPr lang="en-US" b="1" dirty="0"/>
              <a:t>Evaluator: </a:t>
            </a:r>
            <a:r>
              <a:rPr lang="en-US" dirty="0"/>
              <a:t>State Vector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58494E-9BCC-467C-A1B1-1FFE4A767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04" y="1270000"/>
            <a:ext cx="6664133" cy="495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807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15E5D-E6A0-EF41-F59A-73A32E6D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1C5AE-F373-9614-ED1E-356E001E6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 vs Resource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EED45-EA59-4D72-0BC7-98DD20DC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404F8-D6E6-4722-A8D7-5A45E730DFCE}" type="datetime4">
              <a:rPr lang="en-US" smtClean="0"/>
              <a:t>November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EF0A6-6BCC-0B98-D234-7C238C46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974-9C47-F44A-2056-93C74BC0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4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1D38A8-B11F-C2D2-B6C7-30C8CF496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813FD-3C81-4012-C422-C07060C63D3B}"/>
              </a:ext>
            </a:extLst>
          </p:cNvPr>
          <p:cNvSpPr txBox="1"/>
          <p:nvPr/>
        </p:nvSpPr>
        <p:spPr>
          <a:xfrm>
            <a:off x="819932" y="1690688"/>
            <a:ext cx="35674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10 different instances of size N = 10 Random 3-Regular graphs each executed at different values of p as well as other parameters</a:t>
            </a:r>
          </a:p>
          <a:p>
            <a:endParaRPr lang="en-US" dirty="0"/>
          </a:p>
          <a:p>
            <a:r>
              <a:rPr lang="en-US" b="1" dirty="0"/>
              <a:t>Performance Metric: </a:t>
            </a:r>
            <a:r>
              <a:rPr lang="en-US" dirty="0"/>
              <a:t>Energy</a:t>
            </a:r>
          </a:p>
          <a:p>
            <a:endParaRPr lang="en-US" dirty="0"/>
          </a:p>
          <a:p>
            <a:r>
              <a:rPr lang="en-US" b="1" dirty="0"/>
              <a:t>Resource: </a:t>
            </a:r>
          </a:p>
          <a:p>
            <a:r>
              <a:rPr lang="en-US" dirty="0"/>
              <a:t>Mean Execution Time</a:t>
            </a:r>
          </a:p>
          <a:p>
            <a:endParaRPr lang="en-US" dirty="0"/>
          </a:p>
          <a:p>
            <a:r>
              <a:rPr lang="en-US" b="1" dirty="0"/>
              <a:t>Trainer: </a:t>
            </a:r>
            <a:r>
              <a:rPr lang="en-US" dirty="0"/>
              <a:t>Fourier</a:t>
            </a:r>
          </a:p>
          <a:p>
            <a:endParaRPr lang="en-US" dirty="0"/>
          </a:p>
          <a:p>
            <a:r>
              <a:rPr lang="en-US" b="1" dirty="0"/>
              <a:t>Evaluator: </a:t>
            </a:r>
            <a:r>
              <a:rPr lang="en-US" dirty="0"/>
              <a:t>State Vector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472700-F754-37C8-9D7C-36276B83E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839" y="1209402"/>
            <a:ext cx="6569497" cy="488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76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E94F5-79F8-2314-58FF-030F9E41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21F3-55D8-008F-5EDE-F6A13C00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 vs Resource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A9D99-299A-3845-DF9F-9BDB352A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404F8-D6E6-4722-A8D7-5A45E730DFCE}" type="datetime4">
              <a:rPr lang="en-US" smtClean="0"/>
              <a:t>November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E7EB6-9291-BE24-1703-8C75F4195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C2CFC-85AD-9FD9-B07A-5634ACE4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5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31AC45-D49E-7CF0-D0FB-1D483DBCF8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F92B80-EB15-1E97-94ED-68B95E840F47}"/>
              </a:ext>
            </a:extLst>
          </p:cNvPr>
          <p:cNvSpPr txBox="1"/>
          <p:nvPr/>
        </p:nvSpPr>
        <p:spPr>
          <a:xfrm>
            <a:off x="819932" y="1690688"/>
            <a:ext cx="35674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10 different instances of size N = 10 Random 3-Regular graphs each executed at different values of p as well as other parameters</a:t>
            </a:r>
          </a:p>
          <a:p>
            <a:endParaRPr lang="en-US" dirty="0"/>
          </a:p>
          <a:p>
            <a:r>
              <a:rPr lang="en-US" b="1" dirty="0"/>
              <a:t>Performance Metric: </a:t>
            </a:r>
            <a:r>
              <a:rPr lang="en-US" dirty="0"/>
              <a:t>Energy</a:t>
            </a:r>
          </a:p>
          <a:p>
            <a:endParaRPr lang="en-US" dirty="0"/>
          </a:p>
          <a:p>
            <a:r>
              <a:rPr lang="en-US" b="1" dirty="0"/>
              <a:t>Resource: </a:t>
            </a:r>
          </a:p>
          <a:p>
            <a:r>
              <a:rPr lang="en-US" dirty="0"/>
              <a:t>Mean Execution Time</a:t>
            </a:r>
          </a:p>
          <a:p>
            <a:endParaRPr lang="en-US" dirty="0"/>
          </a:p>
          <a:p>
            <a:r>
              <a:rPr lang="en-US" b="1" dirty="0"/>
              <a:t>Trainer: </a:t>
            </a:r>
            <a:r>
              <a:rPr lang="en-US" dirty="0"/>
              <a:t>Recursive</a:t>
            </a:r>
            <a:r>
              <a:rPr lang="en-US" b="1" dirty="0"/>
              <a:t> </a:t>
            </a:r>
            <a:r>
              <a:rPr lang="en-US" dirty="0"/>
              <a:t>Transition State</a:t>
            </a:r>
          </a:p>
          <a:p>
            <a:endParaRPr lang="en-US" dirty="0"/>
          </a:p>
          <a:p>
            <a:r>
              <a:rPr lang="en-US" b="1" dirty="0"/>
              <a:t>Evaluator: </a:t>
            </a:r>
            <a:r>
              <a:rPr lang="en-US" dirty="0"/>
              <a:t>State Vector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E582C-CA60-6B94-03C6-0F7119914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480" y="1239622"/>
            <a:ext cx="6528857" cy="485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11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B21A-B183-FC1D-7375-D3D4EFEA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2AAD-40CC-C1A2-9B28-459A61CB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 vs Resource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15428-45F4-FE2C-154F-E4C003A1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404F8-D6E6-4722-A8D7-5A45E730DFCE}" type="datetime4">
              <a:rPr lang="en-US" smtClean="0"/>
              <a:t>November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F8539-4D64-758E-B255-E907AD45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EF481-CE6E-43AE-448C-38770831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6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E636E-0E51-5571-0862-B2BBB17125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25D5DE-59DF-94A6-ECF8-01941DC30441}"/>
              </a:ext>
            </a:extLst>
          </p:cNvPr>
          <p:cNvSpPr txBox="1"/>
          <p:nvPr/>
        </p:nvSpPr>
        <p:spPr>
          <a:xfrm>
            <a:off x="819932" y="1690688"/>
            <a:ext cx="35674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10 different instances of size N = 10 Random 3-Regular graphs each executed at different values of p as well as other parameters</a:t>
            </a:r>
          </a:p>
          <a:p>
            <a:endParaRPr lang="en-US" dirty="0"/>
          </a:p>
          <a:p>
            <a:r>
              <a:rPr lang="en-US" b="1" dirty="0"/>
              <a:t>Performance Metric: </a:t>
            </a:r>
            <a:r>
              <a:rPr lang="en-US" dirty="0"/>
              <a:t>Energy</a:t>
            </a:r>
          </a:p>
          <a:p>
            <a:endParaRPr lang="en-US" dirty="0"/>
          </a:p>
          <a:p>
            <a:r>
              <a:rPr lang="en-US" b="1" dirty="0"/>
              <a:t>Resource: </a:t>
            </a:r>
          </a:p>
          <a:p>
            <a:r>
              <a:rPr lang="en-US" dirty="0"/>
              <a:t>Mean Execution Time</a:t>
            </a:r>
          </a:p>
          <a:p>
            <a:endParaRPr lang="en-US" dirty="0"/>
          </a:p>
          <a:p>
            <a:r>
              <a:rPr lang="en-US" b="1" dirty="0"/>
              <a:t>Trainer: </a:t>
            </a:r>
            <a:r>
              <a:rPr lang="en-US" dirty="0"/>
              <a:t>Interpolation</a:t>
            </a:r>
          </a:p>
          <a:p>
            <a:endParaRPr lang="en-US" dirty="0"/>
          </a:p>
          <a:p>
            <a:r>
              <a:rPr lang="en-US" b="1" dirty="0"/>
              <a:t>Evaluator: </a:t>
            </a:r>
            <a:r>
              <a:rPr lang="en-US" dirty="0"/>
              <a:t>State Vector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D45A40-4F2F-B2B1-5FBD-687EF63DF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0" y="1171628"/>
            <a:ext cx="6620297" cy="492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25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459F-AA0B-B476-6AF0-8E25755A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A37E3-2204-5051-28BF-12EE2B67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0B03E-CCD4-2411-A526-C48DB536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404F8-D6E6-4722-A8D7-5A45E730DFCE}" type="datetime4">
              <a:rPr lang="en-US" smtClean="0"/>
              <a:t>November 25,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22B71-0F2C-61EC-0D29-DFD999E74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429D3-DCA6-9D69-3DB1-999B228A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831D9-926B-4302-A6F7-54B31F00B9E1}" type="slidenum">
              <a:rPr lang="es-MX" smtClean="0"/>
              <a:pPr/>
              <a:t>7</a:t>
            </a:fld>
            <a:endParaRPr lang="es-MX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5BCE20-0650-79C1-C2CE-CC23C77F1F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D0B99C-A8F6-4BAD-5A0C-8F3252B36853}"/>
              </a:ext>
            </a:extLst>
          </p:cNvPr>
          <p:cNvSpPr txBox="1"/>
          <p:nvPr/>
        </p:nvSpPr>
        <p:spPr>
          <a:xfrm>
            <a:off x="319117" y="1952625"/>
            <a:ext cx="48624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https://github.com/bernalde/stochastic-benchmark/pull/33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Analyze hardware data: </a:t>
            </a:r>
            <a:r>
              <a:rPr lang="en-US" dirty="0"/>
              <a:t>Can produce plots with more detailed statistical analysis by treating this framework like a black-box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D293DF-73F4-CC59-F824-ECAC68A40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1663"/>
            <a:ext cx="5207460" cy="3918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28EE03-9370-BFB8-A02A-56A8CC94D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5678" y="3155440"/>
            <a:ext cx="6157782" cy="284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231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ysClr val="windowText" lastClr="000000"/>
      </a:dk1>
      <a:lt1>
        <a:sysClr val="window" lastClr="FFFFFF"/>
      </a:lt1>
      <a:dk2>
        <a:srgbClr val="CCBA96"/>
      </a:dk2>
      <a:lt2>
        <a:srgbClr val="E8E8E8"/>
      </a:lt2>
      <a:accent1>
        <a:srgbClr val="000000"/>
      </a:accent1>
      <a:accent2>
        <a:srgbClr val="FFFFFF"/>
      </a:accent2>
      <a:accent3>
        <a:srgbClr val="CCBA96"/>
      </a:accent3>
      <a:accent4>
        <a:srgbClr val="000000"/>
      </a:accent4>
      <a:accent5>
        <a:srgbClr val="FFFFFF"/>
      </a:accent5>
      <a:accent6>
        <a:srgbClr val="CCBA96"/>
      </a:accent6>
      <a:hlink>
        <a:srgbClr val="156082"/>
      </a:hlink>
      <a:folHlink>
        <a:srgbClr val="CCBA96"/>
      </a:folHlink>
    </a:clrScheme>
    <a:fontScheme name="SECQUOI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lantilla Secquoia" id="{C6B8D85F-9CFC-4934-BEF1-ABA8C8B0329D}" vid="{F817975E-C17C-4D9C-BFAB-0CAE7DF79A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SECQUOIA Template</Template>
  <TotalTime>961</TotalTime>
  <Words>291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Roboto</vt:lpstr>
      <vt:lpstr>Roboto Medium</vt:lpstr>
      <vt:lpstr>Tema de Office</vt:lpstr>
      <vt:lpstr>PowerPoint Presentation</vt:lpstr>
      <vt:lpstr>Performance Metric vs Resource</vt:lpstr>
      <vt:lpstr>Performance Metric vs Resource</vt:lpstr>
      <vt:lpstr>Performance Metric vs Resource</vt:lpstr>
      <vt:lpstr>Performance Metric vs Resource</vt:lpstr>
      <vt:lpstr>Performance Metric vs Resource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Esteban Bernal Neira</dc:creator>
  <cp:lastModifiedBy>Anurag Ramesh</cp:lastModifiedBy>
  <cp:revision>3</cp:revision>
  <dcterms:created xsi:type="dcterms:W3CDTF">2024-05-14T15:14:05Z</dcterms:created>
  <dcterms:modified xsi:type="dcterms:W3CDTF">2025-11-25T17:20:46Z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2024-05-14T15:16:08Z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291248ab-e34b-409d-85c8-a3aa4f704314</vt:lpwstr>
  </property>
  <property fmtid="{D5CDD505-2E9C-101B-9397-08002B2CF9AE}" pid="8" name="MSIP_Label_4044bd30-2ed7-4c9d-9d12-46200872a97b_ContentBits">
    <vt:lpwstr>0</vt:lpwstr>
  </property>
</Properties>
</file>