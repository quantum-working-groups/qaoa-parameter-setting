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Shape 118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2" name="Shape 118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ustomShape 1"/>
          <p:cNvSpPr/>
          <p:nvPr/>
        </p:nvSpPr>
        <p:spPr>
          <a:xfrm>
            <a:off x="-1" y="342000"/>
            <a:ext cx="12191762" cy="5067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69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71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0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82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91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93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12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114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115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24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126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127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128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431999" indent="-323999">
              <a:lnSpc>
                <a:spcPct val="114000"/>
              </a:lnSpc>
              <a:spcBef>
                <a:spcPts val="1000"/>
              </a:spcBef>
              <a:buClr>
                <a:srgbClr val="000000"/>
              </a:buClr>
              <a:buSzPct val="45000"/>
              <a:buChar char="●"/>
              <a:defRPr b="1" cap="all" spc="-100" sz="3200">
                <a:solidFill>
                  <a:srgbClr val="ADBDE3"/>
                </a:solidFill>
              </a:defRPr>
            </a:pPr>
          </a:p>
        </p:txBody>
      </p:sp>
      <p:sp>
        <p:nvSpPr>
          <p:cNvPr id="129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>
              <a:defRPr spc="-100"/>
            </a:pPr>
          </a:p>
        </p:txBody>
      </p:sp>
      <p:sp>
        <p:nvSpPr>
          <p:cNvPr id="1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5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3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4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9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0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91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0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1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02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2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11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2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13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2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2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32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3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34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35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44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5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46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47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48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249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2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1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83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293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5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6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2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30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1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32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3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44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5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46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3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58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9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60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3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9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72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3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3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85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6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87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388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3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CustomShape 2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00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1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02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03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04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05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4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15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25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27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39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51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4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73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86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7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488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4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98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0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1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02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5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12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14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5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16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5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28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9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5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39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41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2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43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44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5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5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CustomShape 1"/>
          <p:cNvSpPr/>
          <p:nvPr/>
        </p:nvSpPr>
        <p:spPr>
          <a:xfrm>
            <a:off x="-1" y="3429000"/>
            <a:ext cx="12191762" cy="1980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5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56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7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58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59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60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561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5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0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8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79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81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90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59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92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0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0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03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4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60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1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1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24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3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35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36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637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6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4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4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48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9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650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6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9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6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61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62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663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6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7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74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5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6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85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86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7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688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689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6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69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00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01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702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703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704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705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7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1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2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2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25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35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36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4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46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47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8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7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5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5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68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7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7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79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0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781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7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0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79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92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3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794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7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0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0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05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6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07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8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1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1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8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19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8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2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30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1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32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33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8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4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44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5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46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47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48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849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8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69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7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7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80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8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9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890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91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2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8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0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0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1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12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2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2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23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4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25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9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3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35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6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7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38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9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4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4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49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0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51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9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9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0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6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62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3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9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7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74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5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76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77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9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98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88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9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90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91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92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993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9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13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1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2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23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24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34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35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6" name="PlaceHolder 3"/>
          <p:cNvSpPr/>
          <p:nvPr>
            <p:ph type="body" sz="half" idx="21"/>
          </p:nvPr>
        </p:nvSpPr>
        <p:spPr>
          <a:xfrm>
            <a:off x="622655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0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46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56" name="Body Level One…"/>
          <p:cNvSpPr txBox="1"/>
          <p:nvPr>
            <p:ph type="body" idx="1"/>
          </p:nvPr>
        </p:nvSpPr>
        <p:spPr>
          <a:xfrm>
            <a:off x="359999" y="323999"/>
            <a:ext cx="11448721" cy="5212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5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66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67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8" name="PlaceHolder 3"/>
          <p:cNvSpPr/>
          <p:nvPr/>
        </p:nvSpPr>
        <p:spPr>
          <a:xfrm>
            <a:off x="6226559" y="1563119"/>
            <a:ext cx="5586841" cy="421380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069" name="PlaceHolder 4"/>
          <p:cNvSpPr/>
          <p:nvPr>
            <p:ph type="body" sz="quarter" idx="21"/>
          </p:nvPr>
        </p:nvSpPr>
        <p:spPr>
          <a:xfrm>
            <a:off x="35999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07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79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80" name="Body Level One…"/>
          <p:cNvSpPr txBox="1"/>
          <p:nvPr>
            <p:ph type="body" sz="half" idx="1"/>
          </p:nvPr>
        </p:nvSpPr>
        <p:spPr>
          <a:xfrm>
            <a:off x="359999" y="1563119"/>
            <a:ext cx="5586841" cy="421380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1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082" name="PlaceHolder 4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0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1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092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93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4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095" name="PlaceHolder 4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0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4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05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06" name="Body Level One…"/>
          <p:cNvSpPr txBox="1"/>
          <p:nvPr>
            <p:ph type="body" sz="half" idx="1"/>
          </p:nvPr>
        </p:nvSpPr>
        <p:spPr>
          <a:xfrm>
            <a:off x="359999" y="1563119"/>
            <a:ext cx="1144872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7" name="PlaceHolder 3"/>
          <p:cNvSpPr/>
          <p:nvPr>
            <p:ph type="body" sz="half" idx="21"/>
          </p:nvPr>
        </p:nvSpPr>
        <p:spPr>
          <a:xfrm>
            <a:off x="360000" y="3764160"/>
            <a:ext cx="11448720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18" name="Body Level One…"/>
          <p:cNvSpPr txBox="1"/>
          <p:nvPr>
            <p:ph type="body" sz="quarter" idx="1"/>
          </p:nvPr>
        </p:nvSpPr>
        <p:spPr>
          <a:xfrm>
            <a:off x="359999" y="1563119"/>
            <a:ext cx="5586841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19" name="PlaceHolder 3"/>
          <p:cNvSpPr/>
          <p:nvPr/>
        </p:nvSpPr>
        <p:spPr>
          <a:xfrm>
            <a:off x="6226559" y="1563119"/>
            <a:ext cx="558684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120" name="PlaceHolder 4"/>
          <p:cNvSpPr/>
          <p:nvPr/>
        </p:nvSpPr>
        <p:spPr>
          <a:xfrm>
            <a:off x="359999" y="3764160"/>
            <a:ext cx="558684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121" name="PlaceHolder 5"/>
          <p:cNvSpPr/>
          <p:nvPr>
            <p:ph type="body" sz="quarter" idx="21"/>
          </p:nvPr>
        </p:nvSpPr>
        <p:spPr>
          <a:xfrm>
            <a:off x="6226559" y="3764160"/>
            <a:ext cx="558684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1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0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31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32" name="Body Level One…"/>
          <p:cNvSpPr txBox="1"/>
          <p:nvPr>
            <p:ph type="body" sz="quarter" idx="1"/>
          </p:nvPr>
        </p:nvSpPr>
        <p:spPr>
          <a:xfrm>
            <a:off x="359999" y="1563119"/>
            <a:ext cx="3686402" cy="200988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3" name="PlaceHolder 3"/>
          <p:cNvSpPr/>
          <p:nvPr/>
        </p:nvSpPr>
        <p:spPr>
          <a:xfrm>
            <a:off x="4231080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134" name="PlaceHolder 4"/>
          <p:cNvSpPr/>
          <p:nvPr/>
        </p:nvSpPr>
        <p:spPr>
          <a:xfrm>
            <a:off x="8102159" y="1563119"/>
            <a:ext cx="3686401" cy="20098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135" name="PlaceHolder 5"/>
          <p:cNvSpPr/>
          <p:nvPr/>
        </p:nvSpPr>
        <p:spPr>
          <a:xfrm>
            <a:off x="359999" y="3764160"/>
            <a:ext cx="3686402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136" name="PlaceHolder 6"/>
          <p:cNvSpPr/>
          <p:nvPr/>
        </p:nvSpPr>
        <p:spPr>
          <a:xfrm>
            <a:off x="4231080" y="3764160"/>
            <a:ext cx="3686401" cy="200988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pPr>
          </a:p>
        </p:txBody>
      </p:sp>
      <p:sp>
        <p:nvSpPr>
          <p:cNvPr id="1137" name="PlaceHolder 7"/>
          <p:cNvSpPr/>
          <p:nvPr>
            <p:ph type="body" sz="quarter" idx="21"/>
          </p:nvPr>
        </p:nvSpPr>
        <p:spPr>
          <a:xfrm>
            <a:off x="8102159" y="3764160"/>
            <a:ext cx="3686401" cy="200988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pPr>
          </a:p>
        </p:txBody>
      </p:sp>
      <p:sp>
        <p:nvSpPr>
          <p:cNvPr id="11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5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6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47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48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6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7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1158" name="Title Text"/>
          <p:cNvSpPr txBox="1"/>
          <p:nvPr>
            <p:ph type="title"/>
          </p:nvPr>
        </p:nvSpPr>
        <p:spPr>
          <a:xfrm>
            <a:off x="359999" y="323999"/>
            <a:ext cx="11448721" cy="112428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>
              <a:lnSpc>
                <a:spcPct val="90000"/>
              </a:lnSpc>
              <a:defRPr b="0" cap="none" spc="0" sz="4400">
                <a:solidFill>
                  <a:srgbClr val="000000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59" name="Body Level One…"/>
          <p:cNvSpPr txBox="1"/>
          <p:nvPr>
            <p:ph type="body" idx="1"/>
          </p:nvPr>
        </p:nvSpPr>
        <p:spPr>
          <a:xfrm>
            <a:off x="359999" y="1563119"/>
            <a:ext cx="11448721" cy="4213802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marL="228600" indent="-228600">
              <a:lnSpc>
                <a:spcPct val="90000"/>
              </a:lnSpc>
              <a:buClrTx/>
              <a:buSzPct val="100000"/>
              <a:buFont typeface="Arial"/>
              <a:buChar char="•"/>
              <a:defRPr b="0" cap="none" spc="0" sz="2800">
                <a:solidFill>
                  <a:srgbClr val="000000"/>
                </a:solidFill>
              </a:defRPr>
            </a:lvl1pPr>
            <a:lvl2pPr marL="723900" indent="-2667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2pPr>
            <a:lvl3pPr marL="1234439" indent="-320039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3pPr>
            <a:lvl4pPr marL="17272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4pPr>
            <a:lvl5pPr marL="2184400" indent="-355600">
              <a:lnSpc>
                <a:spcPct val="90000"/>
              </a:lnSpc>
              <a:buClrTx/>
              <a:buFont typeface="Arial"/>
              <a:defRPr b="0" cap="none" spc="0" sz="2800">
                <a:solidFill>
                  <a:srgbClr val="00000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Grafik 10" descr="Grafik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426487" y="6005352"/>
            <a:ext cx="1881982" cy="5488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8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83531" y="6424762"/>
            <a:ext cx="2303554" cy="91463"/>
          </a:xfrm>
          <a:prstGeom prst="rect">
            <a:avLst/>
          </a:prstGeom>
          <a:ln w="12700">
            <a:miter lim="400000"/>
          </a:ln>
        </p:spPr>
      </p:pic>
      <p:sp>
        <p:nvSpPr>
          <p:cNvPr id="1169" name="Title Text"/>
          <p:cNvSpPr txBox="1"/>
          <p:nvPr>
            <p:ph type="title"/>
          </p:nvPr>
        </p:nvSpPr>
        <p:spPr>
          <a:xfrm>
            <a:off x="1883662" y="322022"/>
            <a:ext cx="8425563" cy="1126758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pc="0">
                <a:solidFill>
                  <a:srgbClr val="023D6B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70" name="Bildplatzhalter 4"/>
          <p:cNvSpPr/>
          <p:nvPr>
            <p:ph type="pic" sz="quarter" idx="21"/>
          </p:nvPr>
        </p:nvSpPr>
        <p:spPr>
          <a:xfrm>
            <a:off x="1882775" y="1628774"/>
            <a:ext cx="3925888" cy="3168377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171" name="Body Level One…"/>
          <p:cNvSpPr txBox="1"/>
          <p:nvPr>
            <p:ph type="body" sz="quarter" idx="1" hasCustomPrompt="1"/>
          </p:nvPr>
        </p:nvSpPr>
        <p:spPr>
          <a:xfrm>
            <a:off x="1882775" y="4900253"/>
            <a:ext cx="3925888" cy="86872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0" cap="none" spc="0" sz="1800">
                <a:solidFill>
                  <a:srgbClr val="000000"/>
                </a:solidFill>
              </a:defRPr>
            </a:lvl1pPr>
            <a:lvl2pPr marL="408131" indent="-192231">
              <a:spcBef>
                <a:spcPts val="0"/>
              </a:spcBef>
              <a:buClrTx/>
              <a:defRPr b="0" cap="none" spc="0" sz="1800">
                <a:solidFill>
                  <a:srgbClr val="000000"/>
                </a:solidFill>
              </a:defRPr>
            </a:lvl2pPr>
            <a:lvl3pPr marL="627495" indent="-176645">
              <a:spcBef>
                <a:spcPts val="0"/>
              </a:spcBef>
              <a:buClrTx/>
              <a:defRPr b="0" cap="none" spc="0" sz="1800">
                <a:solidFill>
                  <a:srgbClr val="000000"/>
                </a:solidFill>
              </a:defRPr>
            </a:lvl3pPr>
            <a:lvl4pPr marL="856095" indent="-176645">
              <a:spcBef>
                <a:spcPts val="0"/>
              </a:spcBef>
              <a:buClrTx/>
              <a:defRPr b="0" cap="none" spc="0" sz="1800">
                <a:solidFill>
                  <a:srgbClr val="000000"/>
                </a:solidFill>
              </a:defRPr>
            </a:lvl4pPr>
            <a:lvl5pPr marL="1078345" indent="-176645">
              <a:spcBef>
                <a:spcPts val="0"/>
              </a:spcBef>
              <a:buClrTx/>
              <a:defRPr b="0" cap="none" spc="0" sz="1800">
                <a:solidFill>
                  <a:srgbClr val="000000"/>
                </a:solidFill>
              </a:defRPr>
            </a:lvl5pPr>
          </a:lstStyle>
          <a:p>
            <a:pPr/>
            <a:r>
              <a:t>Caption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2" name="Bildplatzhalter 4"/>
          <p:cNvSpPr/>
          <p:nvPr>
            <p:ph type="pic" sz="quarter" idx="22"/>
          </p:nvPr>
        </p:nvSpPr>
        <p:spPr>
          <a:xfrm>
            <a:off x="6381558" y="1628774"/>
            <a:ext cx="3927667" cy="3168377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173" name="Textplatzhalter 3"/>
          <p:cNvSpPr/>
          <p:nvPr>
            <p:ph type="body" sz="quarter" idx="23" hasCustomPrompt="1"/>
          </p:nvPr>
        </p:nvSpPr>
        <p:spPr>
          <a:xfrm>
            <a:off x="6381558" y="4900253"/>
            <a:ext cx="3927667" cy="868723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b="0" cap="none" spc="0" sz="1800">
                <a:solidFill>
                  <a:srgbClr val="000000"/>
                </a:solidFill>
              </a:defRPr>
            </a:lvl1pPr>
          </a:lstStyle>
          <a:p>
            <a:pPr/>
            <a:r>
              <a:t>Caption</a:t>
            </a:r>
          </a:p>
        </p:txBody>
      </p:sp>
      <p:sp>
        <p:nvSpPr>
          <p:cNvPr id="1174" name="Textplatzhalter 10"/>
          <p:cNvSpPr/>
          <p:nvPr>
            <p:ph type="body" sz="quarter" idx="24" hasCustomPrompt="1"/>
          </p:nvPr>
        </p:nvSpPr>
        <p:spPr>
          <a:xfrm>
            <a:off x="1882775" y="938786"/>
            <a:ext cx="8424672" cy="509995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0" indent="0">
              <a:spcBef>
                <a:spcPts val="0"/>
              </a:spcBef>
              <a:buClrTx/>
              <a:buSzTx/>
              <a:buNone/>
              <a:defRPr cap="none" spc="0" sz="1800">
                <a:solidFill>
                  <a:srgbClr val="023D6B"/>
                </a:solidFill>
              </a:defRPr>
            </a:lvl1pPr>
          </a:lstStyle>
          <a:p>
            <a:pPr/>
            <a:r>
              <a:t>Subline</a:t>
            </a:r>
          </a:p>
        </p:txBody>
      </p:sp>
      <p:sp>
        <p:nvSpPr>
          <p:cNvPr id="1175" name="Slide Number"/>
          <p:cNvSpPr txBox="1"/>
          <p:nvPr>
            <p:ph type="sldNum" sz="quarter" idx="2"/>
          </p:nvPr>
        </p:nvSpPr>
        <p:spPr>
          <a:xfrm>
            <a:off x="6924092" y="6381327"/>
            <a:ext cx="182216" cy="172816"/>
          </a:xfrm>
          <a:prstGeom prst="rect">
            <a:avLst/>
          </a:prstGeom>
        </p:spPr>
        <p:txBody>
          <a:bodyPr lIns="0" tIns="0" rIns="0" bIns="0" anchor="t"/>
          <a:lstStyle>
            <a:lvl1pPr algn="l" defTabSz="457200">
              <a:defRPr>
                <a:solidFill>
                  <a:srgbClr val="023D6B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19.xml"/><Relationship Id="rId23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1.xml"/><Relationship Id="rId25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26.xml"/><Relationship Id="rId30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28.xml"/><Relationship Id="rId32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0.xml"/><Relationship Id="rId34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2.xml"/><Relationship Id="rId36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6.xml"/><Relationship Id="rId40" Type="http://schemas.openxmlformats.org/officeDocument/2006/relationships/slideLayout" Target="../slideLayouts/slideLayout37.xml"/><Relationship Id="rId41" Type="http://schemas.openxmlformats.org/officeDocument/2006/relationships/slideLayout" Target="../slideLayouts/slideLayout38.xml"/><Relationship Id="rId42" Type="http://schemas.openxmlformats.org/officeDocument/2006/relationships/slideLayout" Target="../slideLayouts/slideLayout39.xml"/><Relationship Id="rId43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5.xml"/><Relationship Id="rId49" Type="http://schemas.openxmlformats.org/officeDocument/2006/relationships/slideLayout" Target="../slideLayouts/slideLayout46.xml"/><Relationship Id="rId50" Type="http://schemas.openxmlformats.org/officeDocument/2006/relationships/slideLayout" Target="../slideLayouts/slideLayout47.xml"/><Relationship Id="rId51" Type="http://schemas.openxmlformats.org/officeDocument/2006/relationships/slideLayout" Target="../slideLayouts/slideLayout48.xml"/><Relationship Id="rId52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0.xml"/><Relationship Id="rId54" Type="http://schemas.openxmlformats.org/officeDocument/2006/relationships/slideLayout" Target="../slideLayouts/slideLayout51.xml"/><Relationship Id="rId55" Type="http://schemas.openxmlformats.org/officeDocument/2006/relationships/slideLayout" Target="../slideLayouts/slideLayout52.xml"/><Relationship Id="rId56" Type="http://schemas.openxmlformats.org/officeDocument/2006/relationships/slideLayout" Target="../slideLayouts/slideLayout53.xml"/><Relationship Id="rId57" Type="http://schemas.openxmlformats.org/officeDocument/2006/relationships/slideLayout" Target="../slideLayouts/slideLayout54.xml"/><Relationship Id="rId58" Type="http://schemas.openxmlformats.org/officeDocument/2006/relationships/slideLayout" Target="../slideLayouts/slideLayout55.xml"/><Relationship Id="rId59" Type="http://schemas.openxmlformats.org/officeDocument/2006/relationships/slideLayout" Target="../slideLayouts/slideLayout56.xml"/><Relationship Id="rId60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58.xml"/><Relationship Id="rId62" Type="http://schemas.openxmlformats.org/officeDocument/2006/relationships/slideLayout" Target="../slideLayouts/slideLayout59.xml"/><Relationship Id="rId63" Type="http://schemas.openxmlformats.org/officeDocument/2006/relationships/slideLayout" Target="../slideLayouts/slideLayout60.xml"/><Relationship Id="rId64" Type="http://schemas.openxmlformats.org/officeDocument/2006/relationships/slideLayout" Target="../slideLayouts/slideLayout61.xml"/><Relationship Id="rId65" Type="http://schemas.openxmlformats.org/officeDocument/2006/relationships/slideLayout" Target="../slideLayouts/slideLayout62.xml"/><Relationship Id="rId66" Type="http://schemas.openxmlformats.org/officeDocument/2006/relationships/slideLayout" Target="../slideLayouts/slideLayout63.xml"/><Relationship Id="rId67" Type="http://schemas.openxmlformats.org/officeDocument/2006/relationships/slideLayout" Target="../slideLayouts/slideLayout64.xml"/><Relationship Id="rId68" Type="http://schemas.openxmlformats.org/officeDocument/2006/relationships/slideLayout" Target="../slideLayouts/slideLayout65.xml"/><Relationship Id="rId69" Type="http://schemas.openxmlformats.org/officeDocument/2006/relationships/slideLayout" Target="../slideLayouts/slideLayout66.xml"/><Relationship Id="rId70" Type="http://schemas.openxmlformats.org/officeDocument/2006/relationships/slideLayout" Target="../slideLayouts/slideLayout67.xml"/><Relationship Id="rId71" Type="http://schemas.openxmlformats.org/officeDocument/2006/relationships/slideLayout" Target="../slideLayouts/slideLayout68.xml"/><Relationship Id="rId72" Type="http://schemas.openxmlformats.org/officeDocument/2006/relationships/slideLayout" Target="../slideLayouts/slideLayout69.xml"/><Relationship Id="rId73" Type="http://schemas.openxmlformats.org/officeDocument/2006/relationships/slideLayout" Target="../slideLayouts/slideLayout70.xml"/><Relationship Id="rId74" Type="http://schemas.openxmlformats.org/officeDocument/2006/relationships/slideLayout" Target="../slideLayouts/slideLayout71.xml"/><Relationship Id="rId75" Type="http://schemas.openxmlformats.org/officeDocument/2006/relationships/slideLayout" Target="../slideLayouts/slideLayout72.xml"/><Relationship Id="rId76" Type="http://schemas.openxmlformats.org/officeDocument/2006/relationships/slideLayout" Target="../slideLayouts/slideLayout73.xml"/><Relationship Id="rId77" Type="http://schemas.openxmlformats.org/officeDocument/2006/relationships/slideLayout" Target="../slideLayouts/slideLayout74.xml"/><Relationship Id="rId78" Type="http://schemas.openxmlformats.org/officeDocument/2006/relationships/slideLayout" Target="../slideLayouts/slideLayout75.xml"/><Relationship Id="rId79" Type="http://schemas.openxmlformats.org/officeDocument/2006/relationships/slideLayout" Target="../slideLayouts/slideLayout76.xml"/><Relationship Id="rId80" Type="http://schemas.openxmlformats.org/officeDocument/2006/relationships/slideLayout" Target="../slideLayouts/slideLayout77.xml"/><Relationship Id="rId81" Type="http://schemas.openxmlformats.org/officeDocument/2006/relationships/slideLayout" Target="../slideLayouts/slideLayout78.xml"/><Relationship Id="rId82" Type="http://schemas.openxmlformats.org/officeDocument/2006/relationships/slideLayout" Target="../slideLayouts/slideLayout79.xml"/><Relationship Id="rId83" Type="http://schemas.openxmlformats.org/officeDocument/2006/relationships/slideLayout" Target="../slideLayouts/slideLayout80.xml"/><Relationship Id="rId84" Type="http://schemas.openxmlformats.org/officeDocument/2006/relationships/slideLayout" Target="../slideLayouts/slideLayout81.xml"/><Relationship Id="rId85" Type="http://schemas.openxmlformats.org/officeDocument/2006/relationships/slideLayout" Target="../slideLayouts/slideLayout82.xml"/><Relationship Id="rId86" Type="http://schemas.openxmlformats.org/officeDocument/2006/relationships/slideLayout" Target="../slideLayouts/slideLayout83.xml"/><Relationship Id="rId87" Type="http://schemas.openxmlformats.org/officeDocument/2006/relationships/slideLayout" Target="../slideLayouts/slideLayout84.xml"/><Relationship Id="rId88" Type="http://schemas.openxmlformats.org/officeDocument/2006/relationships/slideLayout" Target="../slideLayouts/slideLayout85.xml"/><Relationship Id="rId89" Type="http://schemas.openxmlformats.org/officeDocument/2006/relationships/slideLayout" Target="../slideLayouts/slideLayout86.xml"/><Relationship Id="rId90" Type="http://schemas.openxmlformats.org/officeDocument/2006/relationships/slideLayout" Target="../slideLayouts/slideLayout87.xml"/><Relationship Id="rId91" Type="http://schemas.openxmlformats.org/officeDocument/2006/relationships/slideLayout" Target="../slideLayouts/slideLayout88.xml"/><Relationship Id="rId92" Type="http://schemas.openxmlformats.org/officeDocument/2006/relationships/slideLayout" Target="../slideLayouts/slideLayout89.xml"/><Relationship Id="rId93" Type="http://schemas.openxmlformats.org/officeDocument/2006/relationships/slideLayout" Target="../slideLayouts/slideLayout90.xml"/><Relationship Id="rId94" Type="http://schemas.openxmlformats.org/officeDocument/2006/relationships/slideLayout" Target="../slideLayouts/slideLayout91.xml"/><Relationship Id="rId95" Type="http://schemas.openxmlformats.org/officeDocument/2006/relationships/slideLayout" Target="../slideLayouts/slideLayout92.xml"/><Relationship Id="rId96" Type="http://schemas.openxmlformats.org/officeDocument/2006/relationships/slideLayout" Target="../slideLayouts/slideLayout93.xml"/><Relationship Id="rId97" Type="http://schemas.openxmlformats.org/officeDocument/2006/relationships/slideLayout" Target="../slideLayouts/slideLayout94.xml"/><Relationship Id="rId98" Type="http://schemas.openxmlformats.org/officeDocument/2006/relationships/slideLayout" Target="../slideLayouts/slideLayout95.xml"/><Relationship Id="rId99" Type="http://schemas.openxmlformats.org/officeDocument/2006/relationships/slideLayout" Target="../slideLayouts/slideLayout96.xml"/><Relationship Id="rId100" Type="http://schemas.openxmlformats.org/officeDocument/2006/relationships/slideLayout" Target="../slideLayouts/slideLayout97.xml"/><Relationship Id="rId101" Type="http://schemas.openxmlformats.org/officeDocument/2006/relationships/slideLayout" Target="../slideLayouts/slideLayout98.xml"/><Relationship Id="rId102" Type="http://schemas.openxmlformats.org/officeDocument/2006/relationships/slideLayout" Target="../slideLayouts/slideLayout9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2" descr="Grafik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38519" y="6005519"/>
            <a:ext cx="1881721" cy="548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rafik 7" descr="Grafik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2239" y="6424919"/>
            <a:ext cx="2303281" cy="9108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CustomShape 1"/>
          <p:cNvSpPr/>
          <p:nvPr/>
        </p:nvSpPr>
        <p:spPr>
          <a:xfrm>
            <a:off x="-1" y="342000"/>
            <a:ext cx="12191762" cy="5067001"/>
          </a:xfrm>
          <a:prstGeom prst="rect">
            <a:avLst/>
          </a:prstGeom>
          <a:solidFill>
            <a:srgbClr val="023D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" name="Title Text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Title Text</a:t>
            </a:r>
          </a:p>
        </p:txBody>
      </p:sp>
      <p:sp>
        <p:nvSpPr>
          <p:cNvPr id="6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  <p:sldLayoutId id="2147483683" r:id="rId38"/>
    <p:sldLayoutId id="2147483684" r:id="rId39"/>
    <p:sldLayoutId id="2147483685" r:id="rId40"/>
    <p:sldLayoutId id="2147483686" r:id="rId41"/>
    <p:sldLayoutId id="2147483687" r:id="rId42"/>
    <p:sldLayoutId id="2147483688" r:id="rId43"/>
    <p:sldLayoutId id="2147483689" r:id="rId44"/>
    <p:sldLayoutId id="2147483690" r:id="rId45"/>
    <p:sldLayoutId id="2147483691" r:id="rId46"/>
    <p:sldLayoutId id="2147483692" r:id="rId47"/>
    <p:sldLayoutId id="2147483693" r:id="rId48"/>
    <p:sldLayoutId id="2147483694" r:id="rId49"/>
    <p:sldLayoutId id="2147483695" r:id="rId50"/>
    <p:sldLayoutId id="2147483696" r:id="rId51"/>
    <p:sldLayoutId id="2147483697" r:id="rId52"/>
    <p:sldLayoutId id="2147483698" r:id="rId53"/>
    <p:sldLayoutId id="2147483699" r:id="rId54"/>
    <p:sldLayoutId id="2147483700" r:id="rId55"/>
    <p:sldLayoutId id="2147483701" r:id="rId56"/>
    <p:sldLayoutId id="2147483702" r:id="rId57"/>
    <p:sldLayoutId id="2147483703" r:id="rId58"/>
    <p:sldLayoutId id="2147483704" r:id="rId59"/>
    <p:sldLayoutId id="2147483705" r:id="rId60"/>
    <p:sldLayoutId id="2147483706" r:id="rId61"/>
    <p:sldLayoutId id="2147483707" r:id="rId62"/>
    <p:sldLayoutId id="2147483708" r:id="rId63"/>
    <p:sldLayoutId id="2147483709" r:id="rId64"/>
    <p:sldLayoutId id="2147483710" r:id="rId65"/>
    <p:sldLayoutId id="2147483711" r:id="rId66"/>
    <p:sldLayoutId id="2147483712" r:id="rId67"/>
    <p:sldLayoutId id="2147483713" r:id="rId68"/>
    <p:sldLayoutId id="2147483714" r:id="rId69"/>
    <p:sldLayoutId id="2147483715" r:id="rId70"/>
    <p:sldLayoutId id="2147483716" r:id="rId71"/>
    <p:sldLayoutId id="2147483717" r:id="rId72"/>
    <p:sldLayoutId id="2147483718" r:id="rId73"/>
    <p:sldLayoutId id="2147483719" r:id="rId74"/>
    <p:sldLayoutId id="2147483720" r:id="rId75"/>
    <p:sldLayoutId id="2147483721" r:id="rId76"/>
    <p:sldLayoutId id="2147483722" r:id="rId77"/>
    <p:sldLayoutId id="2147483723" r:id="rId78"/>
    <p:sldLayoutId id="2147483724" r:id="rId79"/>
    <p:sldLayoutId id="2147483725" r:id="rId80"/>
    <p:sldLayoutId id="2147483726" r:id="rId81"/>
    <p:sldLayoutId id="2147483727" r:id="rId82"/>
    <p:sldLayoutId id="2147483728" r:id="rId83"/>
    <p:sldLayoutId id="2147483729" r:id="rId84"/>
    <p:sldLayoutId id="2147483730" r:id="rId85"/>
    <p:sldLayoutId id="2147483731" r:id="rId86"/>
    <p:sldLayoutId id="2147483732" r:id="rId87"/>
    <p:sldLayoutId id="2147483733" r:id="rId88"/>
    <p:sldLayoutId id="2147483734" r:id="rId89"/>
    <p:sldLayoutId id="2147483735" r:id="rId90"/>
    <p:sldLayoutId id="2147483736" r:id="rId91"/>
    <p:sldLayoutId id="2147483737" r:id="rId92"/>
    <p:sldLayoutId id="2147483738" r:id="rId93"/>
    <p:sldLayoutId id="2147483739" r:id="rId94"/>
    <p:sldLayoutId id="2147483740" r:id="rId95"/>
    <p:sldLayoutId id="2147483741" r:id="rId96"/>
    <p:sldLayoutId id="2147483742" r:id="rId97"/>
    <p:sldLayoutId id="2147483743" r:id="rId98"/>
    <p:sldLayoutId id="2147483744" r:id="rId99"/>
    <p:sldLayoutId id="2147483745" r:id="rId100"/>
    <p:sldLayoutId id="2147483746" r:id="rId101"/>
    <p:sldLayoutId id="2147483747" r:id="rId10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14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all" i="0" spc="-1" strike="noStrike" sz="3200" u="none">
          <a:solidFill>
            <a:srgbClr val="FFFFF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31999" marR="0" indent="-323999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45000"/>
        <a:buFontTx/>
        <a:buChar char="●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1pPr>
      <a:lvl2pPr marL="762000" marR="0" indent="-3048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2pPr>
      <a:lvl3pPr marL="1280160" marR="0" indent="-36576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3pPr>
      <a:lvl4pPr marL="1778000" marR="0" indent="-4064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4pPr>
      <a:lvl5pPr marL="2235200" marR="0" indent="-4064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5pPr>
      <a:lvl6pPr marL="2692400" marR="0" indent="-4064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6pPr>
      <a:lvl7pPr marL="3149600" marR="0" indent="-4064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7pPr>
      <a:lvl8pPr marL="3606800" marR="0" indent="-4064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8pPr>
      <a:lvl9pPr marL="4064000" marR="0" indent="-406400" algn="l" defTabSz="914400" rtl="0" latinLnBrk="0">
        <a:lnSpc>
          <a:spcPct val="114000"/>
        </a:lnSpc>
        <a:spcBef>
          <a:spcPts val="10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1" baseline="0" cap="all" i="0" spc="-1" strike="noStrike" sz="3200" u="none">
          <a:solidFill>
            <a:srgbClr val="ADBDE3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image" Target="../media/image1.jpeg"/><Relationship Id="rId3" Type="http://schemas.openxmlformats.org/officeDocument/2006/relationships/image" Target="../media/image9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4" name="Bildplatzhalter 7" descr="Bildplatzhalter 7"/>
          <p:cNvPicPr>
            <a:picLocks noChangeAspect="1"/>
          </p:cNvPicPr>
          <p:nvPr/>
        </p:nvPicPr>
        <p:blipFill>
          <a:blip r:embed="rId2">
            <a:extLst/>
          </a:blip>
          <a:srcRect l="26" t="0" r="25" b="0"/>
          <a:stretch>
            <a:fillRect/>
          </a:stretch>
        </p:blipFill>
        <p:spPr>
          <a:xfrm>
            <a:off x="371520" y="341279"/>
            <a:ext cx="11448720" cy="3087361"/>
          </a:xfrm>
          <a:prstGeom prst="rect">
            <a:avLst/>
          </a:prstGeom>
          <a:ln w="12700">
            <a:miter lim="400000"/>
          </a:ln>
        </p:spPr>
      </p:pic>
      <p:sp>
        <p:nvSpPr>
          <p:cNvPr id="1185" name="TextShape 1"/>
          <p:cNvSpPr txBox="1"/>
          <p:nvPr/>
        </p:nvSpPr>
        <p:spPr>
          <a:xfrm>
            <a:off x="324332" y="3705861"/>
            <a:ext cx="11061490" cy="634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4000"/>
              </a:lnSpc>
              <a:defRPr b="1" spc="-1" sz="2800">
                <a:solidFill>
                  <a:srgbClr val="FFFFFF"/>
                </a:solidFill>
              </a:defRPr>
            </a:lvl1pPr>
          </a:lstStyle>
          <a:p>
            <a:pPr/>
            <a:r>
              <a:t>Belief propagation and MPS for  LR-QAOA</a:t>
            </a:r>
            <a:endParaRPr spc="0" sz="1200"/>
          </a:p>
        </p:txBody>
      </p:sp>
      <p:sp>
        <p:nvSpPr>
          <p:cNvPr id="1186" name="TextShape 2"/>
          <p:cNvSpPr txBox="1"/>
          <p:nvPr/>
        </p:nvSpPr>
        <p:spPr>
          <a:xfrm>
            <a:off x="491077" y="5061954"/>
            <a:ext cx="10728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4000"/>
              </a:lnSpc>
              <a:spcBef>
                <a:spcPts val="600"/>
              </a:spcBef>
              <a:defRPr spc="58" sz="1600">
                <a:solidFill>
                  <a:srgbClr val="FFFFFF"/>
                </a:solidFill>
              </a:defRPr>
            </a:lvl1pPr>
          </a:lstStyle>
          <a:p>
            <a:pPr/>
            <a:r>
              <a:t>Aug 13, 2025 I Alejandro Montanez-Barrera | FZJ - JSC</a:t>
            </a:r>
          </a:p>
        </p:txBody>
      </p:sp>
      <p:sp>
        <p:nvSpPr>
          <p:cNvPr id="1187" name="TextShape 4"/>
          <p:cNvSpPr/>
          <p:nvPr/>
        </p:nvSpPr>
        <p:spPr>
          <a:xfrm>
            <a:off x="371520" y="6423119"/>
            <a:ext cx="2303641" cy="8964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>
              <a:defRPr spc="-1" sz="22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9" name="Screenshot 2025-08-12 at 2.05.38 PM.png" descr="Screenshot 2025-08-12 at 2.05.3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74154" y="70145"/>
            <a:ext cx="7480996" cy="16931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0" name="Screenshot 2025-08-12 at 2.09.12 PM.png" descr="Screenshot 2025-08-12 at 2.09.1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83853" y="1786140"/>
            <a:ext cx="6939444" cy="4615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itle 1"/>
          <p:cNvSpPr txBox="1"/>
          <p:nvPr>
            <p:ph type="title"/>
          </p:nvPr>
        </p:nvSpPr>
        <p:spPr>
          <a:xfrm>
            <a:off x="154112" y="-21027"/>
            <a:ext cx="11761663" cy="1010832"/>
          </a:xfrm>
          <a:prstGeom prst="rect">
            <a:avLst/>
          </a:prstGeom>
        </p:spPr>
        <p:txBody>
          <a:bodyPr/>
          <a:lstStyle/>
          <a:p>
            <a:pPr>
              <a:defRPr b="1" spc="-100" sz="3200">
                <a:solidFill>
                  <a:srgbClr val="023D6B"/>
                </a:solidFill>
              </a:defRPr>
            </a:pPr>
            <a:r>
              <a:t>1. </a:t>
            </a:r>
            <a:r>
              <a:rPr b="0" spc="0">
                <a:solidFill>
                  <a:srgbClr val="17375E"/>
                </a:solidFill>
              </a:rPr>
              <a:t>LR-QAOA</a:t>
            </a:r>
          </a:p>
        </p:txBody>
      </p:sp>
      <p:pic>
        <p:nvPicPr>
          <p:cNvPr id="1193" name="ramp_schedule.pdf" descr="ramp_schedul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5290" y="1244714"/>
            <a:ext cx="5639221" cy="43685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4" name="QAOA_circ.pdf" descr="QAOA_circ.pdf"/>
          <p:cNvPicPr>
            <a:picLocks noChangeAspect="1"/>
          </p:cNvPicPr>
          <p:nvPr/>
        </p:nvPicPr>
        <p:blipFill>
          <a:blip r:embed="rId3">
            <a:extLst/>
          </a:blip>
          <a:srcRect l="0" t="0" r="33096" b="0"/>
          <a:stretch>
            <a:fillRect/>
          </a:stretch>
        </p:blipFill>
        <p:spPr>
          <a:xfrm>
            <a:off x="7593092" y="2878497"/>
            <a:ext cx="3143540" cy="2642966"/>
          </a:xfrm>
          <a:prstGeom prst="rect">
            <a:avLst/>
          </a:prstGeom>
          <a:ln w="12700">
            <a:miter lim="400000"/>
          </a:ln>
        </p:spPr>
      </p:pic>
      <p:sp>
        <p:nvSpPr>
          <p:cNvPr id="1195" name="Equation"/>
          <p:cNvSpPr txBox="1"/>
          <p:nvPr/>
        </p:nvSpPr>
        <p:spPr>
          <a:xfrm>
            <a:off x="6355641" y="1581972"/>
            <a:ext cx="4909702" cy="81229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d>
                    <m:dPr>
                      <m:ctrl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-</m:t>
                      </m:r>
                      <m:f>
                        <m:fPr>
                          <m:ctrlP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  <m:type m:val="bar"/>
                        </m:fPr>
                        <m:num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num>
                        <m:den>
                          <m:r>
                            <a:rPr xmlns:a="http://schemas.openxmlformats.org/drawingml/2006/mai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den>
                      </m:f>
                    </m:e>
                  </m:d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β</m:t>
                      </m:r>
                    </m:sub>
                  </m:sSub>
                  <m:r>
                    <m:rPr>
                      <m:sty m:val="p"/>
                    </m:rP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and</m:t>
                  </m:r>
                  <m:sSub>
                    <m:e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6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</m:den>
                  </m:f>
                  <m:sSub>
                    <m:e>
                      <m:r>
                        <m:rPr>
                          <m:sty m:val="p"/>
                        </m:rP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</m:e>
                    <m:sub>
                      <m:r>
                        <a:rPr xmlns:a="http://schemas.openxmlformats.org/drawingml/2006/mai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γ</m:t>
                      </m:r>
                    </m:sub>
                  </m:sSub>
                </m:oMath>
              </m:oMathPara>
            </a14:m>
            <a:endParaRPr sz="26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Title 1"/>
          <p:cNvSpPr txBox="1"/>
          <p:nvPr/>
        </p:nvSpPr>
        <p:spPr>
          <a:xfrm>
            <a:off x="154112" y="227635"/>
            <a:ext cx="1183310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pc="-1" sz="2800">
                <a:solidFill>
                  <a:srgbClr val="023D6B"/>
                </a:solidFill>
              </a:defRPr>
            </a:lvl1pPr>
          </a:lstStyle>
          <a:p>
            <a:pPr/>
            <a:r>
              <a:t>The problem behind LR-QAOA</a:t>
            </a:r>
          </a:p>
        </p:txBody>
      </p:sp>
      <p:sp>
        <p:nvSpPr>
          <p:cNvPr id="1198" name="The weighted maxcut (WMC) problem involves determining the partition of the vertices in an undirected graph so that the total weight of the edges between the two sets is maximized."/>
          <p:cNvSpPr txBox="1"/>
          <p:nvPr/>
        </p:nvSpPr>
        <p:spPr>
          <a:xfrm>
            <a:off x="353314" y="1044976"/>
            <a:ext cx="5103972" cy="1932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4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The weighted maxcut (WMC) problem involves determining the partition of the vertices in an undirected graph so that the total weight of the edges between the two sets is maximized.</a:t>
            </a:r>
          </a:p>
        </p:txBody>
      </p:sp>
      <p:sp>
        <p:nvSpPr>
          <p:cNvPr id="1199" name="Equation"/>
          <p:cNvSpPr txBox="1"/>
          <p:nvPr/>
        </p:nvSpPr>
        <p:spPr>
          <a:xfrm>
            <a:off x="8109015" y="4028530"/>
            <a:ext cx="2683778" cy="99127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r</m:t>
                  </m:r>
                  <m:r>
                    <a:rPr xmlns:a="http://schemas.openxmlformats.org/drawingml/2006/main" sz="29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</m:sSub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sup>
                      </m:s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</m:num>
                    <m:den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e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p>
                          <m:r>
                            <a:rPr xmlns:a="http://schemas.openxmlformats.org/drawingml/2006/main"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*</m:t>
                          </m:r>
                        </m:sup>
                      </m:sSup>
                      <m:r>
                        <a:rPr xmlns:a="http://schemas.openxmlformats.org/drawingml/2006/main"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den>
                  </m:f>
                </m:oMath>
              </m:oMathPara>
            </a14:m>
            <a:endParaRPr sz="2900"/>
          </a:p>
        </p:txBody>
      </p:sp>
      <p:sp>
        <p:nvSpPr>
          <p:cNvPr id="1200" name="Equation"/>
          <p:cNvSpPr txBox="1"/>
          <p:nvPr/>
        </p:nvSpPr>
        <p:spPr>
          <a:xfrm>
            <a:off x="7211217" y="5638105"/>
            <a:ext cx="401829" cy="30537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3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p>
                      <m:r>
                        <a:rPr xmlns:a="http://schemas.openxmlformats.org/drawingml/2006/main" sz="3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*</m:t>
                      </m:r>
                    </m:sup>
                  </m:sSup>
                </m:oMath>
              </m:oMathPara>
            </a14:m>
            <a:endParaRPr sz="3500"/>
          </a:p>
        </p:txBody>
      </p:sp>
      <p:sp>
        <p:nvSpPr>
          <p:cNvPr id="1201" name="optimal solution"/>
          <p:cNvSpPr txBox="1"/>
          <p:nvPr/>
        </p:nvSpPr>
        <p:spPr>
          <a:xfrm>
            <a:off x="7923679" y="5638105"/>
            <a:ext cx="1692509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optimal solution</a:t>
            </a:r>
          </a:p>
        </p:txBody>
      </p:sp>
      <p:sp>
        <p:nvSpPr>
          <p:cNvPr id="1202" name="Equation"/>
          <p:cNvSpPr txBox="1"/>
          <p:nvPr/>
        </p:nvSpPr>
        <p:spPr>
          <a:xfrm>
            <a:off x="7211217" y="6158123"/>
            <a:ext cx="204471" cy="20002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3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n</m:t>
                  </m:r>
                </m:oMath>
              </m:oMathPara>
            </a14:m>
            <a:endParaRPr sz="3500"/>
          </a:p>
        </p:txBody>
      </p:sp>
      <p:sp>
        <p:nvSpPr>
          <p:cNvPr id="1203" name="Samples"/>
          <p:cNvSpPr txBox="1"/>
          <p:nvPr/>
        </p:nvSpPr>
        <p:spPr>
          <a:xfrm>
            <a:off x="7923679" y="6082805"/>
            <a:ext cx="993538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Samples</a:t>
            </a:r>
          </a:p>
        </p:txBody>
      </p:sp>
      <p:sp>
        <p:nvSpPr>
          <p:cNvPr id="1204" name="Equation"/>
          <p:cNvSpPr txBox="1"/>
          <p:nvPr/>
        </p:nvSpPr>
        <p:spPr>
          <a:xfrm>
            <a:off x="7211217" y="5232530"/>
            <a:ext cx="339232" cy="31062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3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3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sub>
                  </m:sSub>
                </m:oMath>
              </m:oMathPara>
            </a14:m>
            <a:endParaRPr sz="3500"/>
          </a:p>
        </p:txBody>
      </p:sp>
      <p:sp>
        <p:nvSpPr>
          <p:cNvPr id="1205" name="sample solution"/>
          <p:cNvSpPr txBox="1"/>
          <p:nvPr/>
        </p:nvSpPr>
        <p:spPr>
          <a:xfrm>
            <a:off x="7923679" y="5212732"/>
            <a:ext cx="1692509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sample solution</a:t>
            </a:r>
          </a:p>
        </p:txBody>
      </p:sp>
      <p:sp>
        <p:nvSpPr>
          <p:cNvPr id="1206" name="Approximation ratio"/>
          <p:cNvSpPr txBox="1"/>
          <p:nvPr/>
        </p:nvSpPr>
        <p:spPr>
          <a:xfrm>
            <a:off x="6087449" y="4209468"/>
            <a:ext cx="188172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0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Approximation ratio</a:t>
            </a:r>
          </a:p>
        </p:txBody>
      </p:sp>
      <p:sp>
        <p:nvSpPr>
          <p:cNvPr id="1207" name="Equation"/>
          <p:cNvSpPr txBox="1"/>
          <p:nvPr/>
        </p:nvSpPr>
        <p:spPr>
          <a:xfrm>
            <a:off x="6609595" y="3115225"/>
            <a:ext cx="4286554" cy="83458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C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x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</m:lim>
                  </m:limLow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+</m:t>
                  </m:r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-</m:t>
                  </m:r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</m:sub>
                  </m:sSub>
                  <m:sSub>
                    <m:e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b>
                      <m:r>
                        <a:rPr xmlns:a="http://schemas.openxmlformats.org/drawingml/2006/mai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sub>
                  </m:sSub>
                  <m:r>
                    <a:rPr xmlns:a="http://schemas.openxmlformats.org/drawingml/2006/main" sz="28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</m:oMath>
              </m:oMathPara>
            </a14:m>
            <a:endParaRPr sz="2800"/>
          </a:p>
        </p:txBody>
      </p:sp>
      <p:sp>
        <p:nvSpPr>
          <p:cNvPr id="1208" name="Cost function"/>
          <p:cNvSpPr txBox="1"/>
          <p:nvPr/>
        </p:nvSpPr>
        <p:spPr>
          <a:xfrm>
            <a:off x="6173304" y="2678113"/>
            <a:ext cx="1418703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Cost function</a:t>
            </a:r>
          </a:p>
        </p:txBody>
      </p:sp>
      <p:sp>
        <p:nvSpPr>
          <p:cNvPr id="1209" name="Line"/>
          <p:cNvSpPr/>
          <p:nvPr/>
        </p:nvSpPr>
        <p:spPr>
          <a:xfrm flipH="1" flipV="1">
            <a:off x="3686516" y="4239326"/>
            <a:ext cx="198786" cy="1054543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10" name="Line"/>
          <p:cNvSpPr/>
          <p:nvPr/>
        </p:nvSpPr>
        <p:spPr>
          <a:xfrm flipH="1" flipV="1">
            <a:off x="1401951" y="4670533"/>
            <a:ext cx="716683" cy="716682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11" name="Line"/>
          <p:cNvSpPr/>
          <p:nvPr/>
        </p:nvSpPr>
        <p:spPr>
          <a:xfrm flipH="1">
            <a:off x="2705108" y="4178245"/>
            <a:ext cx="891125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12" name="Line"/>
          <p:cNvSpPr/>
          <p:nvPr/>
        </p:nvSpPr>
        <p:spPr>
          <a:xfrm flipV="1">
            <a:off x="1457864" y="4066542"/>
            <a:ext cx="1038625" cy="785677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13" name="Line"/>
          <p:cNvSpPr/>
          <p:nvPr/>
        </p:nvSpPr>
        <p:spPr>
          <a:xfrm>
            <a:off x="2173148" y="5366875"/>
            <a:ext cx="1676987" cy="1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14" name="Line"/>
          <p:cNvSpPr/>
          <p:nvPr/>
        </p:nvSpPr>
        <p:spPr>
          <a:xfrm flipV="1">
            <a:off x="2206019" y="4178246"/>
            <a:ext cx="281755" cy="1176703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15" name="Oval"/>
          <p:cNvSpPr/>
          <p:nvPr/>
        </p:nvSpPr>
        <p:spPr>
          <a:xfrm>
            <a:off x="2256905" y="3848926"/>
            <a:ext cx="513334" cy="52623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16" name="Oval"/>
          <p:cNvSpPr/>
          <p:nvPr/>
        </p:nvSpPr>
        <p:spPr>
          <a:xfrm>
            <a:off x="1139803" y="4499447"/>
            <a:ext cx="513335" cy="5343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17" name="Oval"/>
          <p:cNvSpPr/>
          <p:nvPr/>
        </p:nvSpPr>
        <p:spPr>
          <a:xfrm>
            <a:off x="3469054" y="3848926"/>
            <a:ext cx="513335" cy="52623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18" name="Oval"/>
          <p:cNvSpPr/>
          <p:nvPr/>
        </p:nvSpPr>
        <p:spPr>
          <a:xfrm>
            <a:off x="3561172" y="5055018"/>
            <a:ext cx="513334" cy="5262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19" name="Oval"/>
          <p:cNvSpPr/>
          <p:nvPr/>
        </p:nvSpPr>
        <p:spPr>
          <a:xfrm>
            <a:off x="1935486" y="5055018"/>
            <a:ext cx="513334" cy="5262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20" name="Equation"/>
          <p:cNvSpPr txBox="1"/>
          <p:nvPr/>
        </p:nvSpPr>
        <p:spPr>
          <a:xfrm>
            <a:off x="1460001" y="5135177"/>
            <a:ext cx="397386" cy="2225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01</m:t>
                      </m:r>
                    </m:sub>
                  </m:sSub>
                </m:oMath>
              </m:oMathPara>
            </a14:m>
            <a:endParaRPr sz="2500"/>
          </a:p>
        </p:txBody>
      </p:sp>
      <p:sp>
        <p:nvSpPr>
          <p:cNvPr id="1221" name="Equation"/>
          <p:cNvSpPr txBox="1"/>
          <p:nvPr/>
        </p:nvSpPr>
        <p:spPr>
          <a:xfrm>
            <a:off x="2119276" y="5206885"/>
            <a:ext cx="143511" cy="21907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2500"/>
          </a:p>
        </p:txBody>
      </p:sp>
      <p:sp>
        <p:nvSpPr>
          <p:cNvPr id="1222" name="Equation"/>
          <p:cNvSpPr txBox="1"/>
          <p:nvPr/>
        </p:nvSpPr>
        <p:spPr>
          <a:xfrm>
            <a:off x="1323594" y="4655346"/>
            <a:ext cx="89853" cy="21463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2500"/>
          </a:p>
        </p:txBody>
      </p:sp>
      <p:sp>
        <p:nvSpPr>
          <p:cNvPr id="1223" name="Equation"/>
          <p:cNvSpPr txBox="1"/>
          <p:nvPr/>
        </p:nvSpPr>
        <p:spPr>
          <a:xfrm>
            <a:off x="2449927" y="4003050"/>
            <a:ext cx="141288" cy="21463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</m:oMath>
              </m:oMathPara>
            </a14:m>
            <a:endParaRPr sz="2500"/>
          </a:p>
        </p:txBody>
      </p:sp>
      <p:sp>
        <p:nvSpPr>
          <p:cNvPr id="1224" name="Equation"/>
          <p:cNvSpPr txBox="1"/>
          <p:nvPr/>
        </p:nvSpPr>
        <p:spPr>
          <a:xfrm>
            <a:off x="3680093" y="4045111"/>
            <a:ext cx="123826" cy="21907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3</m:t>
                  </m:r>
                </m:oMath>
              </m:oMathPara>
            </a14:m>
            <a:endParaRPr sz="2500"/>
          </a:p>
        </p:txBody>
      </p:sp>
      <p:sp>
        <p:nvSpPr>
          <p:cNvPr id="1225" name="Equation"/>
          <p:cNvSpPr txBox="1"/>
          <p:nvPr/>
        </p:nvSpPr>
        <p:spPr>
          <a:xfrm>
            <a:off x="3772210" y="5211400"/>
            <a:ext cx="146368" cy="21463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5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</m:oMath>
              </m:oMathPara>
            </a14:m>
            <a:endParaRPr sz="2500"/>
          </a:p>
        </p:txBody>
      </p:sp>
      <p:sp>
        <p:nvSpPr>
          <p:cNvPr id="1226" name="Equation"/>
          <p:cNvSpPr txBox="1"/>
          <p:nvPr/>
        </p:nvSpPr>
        <p:spPr>
          <a:xfrm>
            <a:off x="1580300" y="4139045"/>
            <a:ext cx="415420" cy="21939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sub>
                  </m:sSub>
                </m:oMath>
              </m:oMathPara>
            </a14:m>
            <a:endParaRPr sz="2500"/>
          </a:p>
        </p:txBody>
      </p:sp>
      <p:sp>
        <p:nvSpPr>
          <p:cNvPr id="1227" name="Equation"/>
          <p:cNvSpPr txBox="1"/>
          <p:nvPr/>
        </p:nvSpPr>
        <p:spPr>
          <a:xfrm>
            <a:off x="2917847" y="3821582"/>
            <a:ext cx="405726" cy="22255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23</m:t>
                      </m:r>
                    </m:sub>
                  </m:sSub>
                </m:oMath>
              </m:oMathPara>
            </a14:m>
            <a:endParaRPr sz="2500"/>
          </a:p>
        </p:txBody>
      </p:sp>
      <p:sp>
        <p:nvSpPr>
          <p:cNvPr id="1228" name="Equation"/>
          <p:cNvSpPr txBox="1"/>
          <p:nvPr/>
        </p:nvSpPr>
        <p:spPr>
          <a:xfrm>
            <a:off x="3832547" y="4653583"/>
            <a:ext cx="415194" cy="2225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34</m:t>
                      </m:r>
                    </m:sub>
                  </m:sSub>
                </m:oMath>
              </m:oMathPara>
            </a14:m>
            <a:endParaRPr sz="2500"/>
          </a:p>
        </p:txBody>
      </p:sp>
      <p:sp>
        <p:nvSpPr>
          <p:cNvPr id="1229" name="Equation"/>
          <p:cNvSpPr txBox="1"/>
          <p:nvPr/>
        </p:nvSpPr>
        <p:spPr>
          <a:xfrm>
            <a:off x="2852579" y="5028874"/>
            <a:ext cx="415194" cy="2225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</m:sub>
                  </m:sSub>
                </m:oMath>
              </m:oMathPara>
            </a14:m>
            <a:endParaRPr sz="2500"/>
          </a:p>
        </p:txBody>
      </p:sp>
      <p:sp>
        <p:nvSpPr>
          <p:cNvPr id="1230" name="Oval"/>
          <p:cNvSpPr/>
          <p:nvPr/>
        </p:nvSpPr>
        <p:spPr>
          <a:xfrm>
            <a:off x="7681731" y="1306245"/>
            <a:ext cx="426705" cy="444133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31" name="Equation"/>
          <p:cNvSpPr txBox="1"/>
          <p:nvPr/>
        </p:nvSpPr>
        <p:spPr>
          <a:xfrm>
            <a:off x="7834505" y="1435835"/>
            <a:ext cx="75477" cy="1802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100" i="1">
                      <a:solidFill>
                        <a:srgbClr val="FFFFFF"/>
                      </a:solidFill>
                      <a:latin typeface="Cambria Math" panose="02040503050406030204" pitchFamily="18" charset="0"/>
                    </a:rPr>
                    <m:t>1</m:t>
                  </m:r>
                </m:oMath>
              </m:oMathPara>
            </a14:m>
            <a:endParaRPr sz="2100">
              <a:solidFill>
                <a:srgbClr val="FFFFFF"/>
              </a:solidFill>
            </a:endParaRPr>
          </a:p>
        </p:txBody>
      </p:sp>
      <p:sp>
        <p:nvSpPr>
          <p:cNvPr id="1232" name="Line"/>
          <p:cNvSpPr/>
          <p:nvPr/>
        </p:nvSpPr>
        <p:spPr>
          <a:xfrm flipH="1" flipV="1">
            <a:off x="9798666" y="1090021"/>
            <a:ext cx="165239" cy="876581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33" name="Line"/>
          <p:cNvSpPr/>
          <p:nvPr/>
        </p:nvSpPr>
        <p:spPr>
          <a:xfrm flipH="1" flipV="1">
            <a:off x="7899638" y="1448458"/>
            <a:ext cx="595738" cy="595738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34" name="Line"/>
          <p:cNvSpPr/>
          <p:nvPr/>
        </p:nvSpPr>
        <p:spPr>
          <a:xfrm flipH="1" flipV="1">
            <a:off x="8982878" y="1039248"/>
            <a:ext cx="740741" cy="1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35" name="Line"/>
          <p:cNvSpPr/>
          <p:nvPr/>
        </p:nvSpPr>
        <p:spPr>
          <a:xfrm flipV="1">
            <a:off x="7946116" y="946396"/>
            <a:ext cx="863349" cy="653088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36" name="Line"/>
          <p:cNvSpPr/>
          <p:nvPr/>
        </p:nvSpPr>
        <p:spPr>
          <a:xfrm>
            <a:off x="8540691" y="2027287"/>
            <a:ext cx="1393982" cy="1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37" name="Line"/>
          <p:cNvSpPr/>
          <p:nvPr/>
        </p:nvSpPr>
        <p:spPr>
          <a:xfrm flipV="1">
            <a:off x="8568014" y="1039248"/>
            <a:ext cx="234207" cy="978126"/>
          </a:xfrm>
          <a:prstGeom prst="line">
            <a:avLst/>
          </a:prstGeom>
          <a:ln w="38100" cap="rnd">
            <a:solidFill>
              <a:srgbClr val="000000"/>
            </a:solidFill>
            <a:custDash>
              <a:ds d="100000" sp="200000"/>
            </a:custDash>
          </a:ln>
        </p:spPr>
        <p:txBody>
          <a:bodyPr lIns="50800" tIns="50800" rIns="50800" bIns="50800" anchor="ctr"/>
          <a:lstStyle/>
          <a:p>
            <a:pPr defTabSz="1739900">
              <a:lnSpc>
                <a:spcPct val="90000"/>
              </a:lnSpc>
              <a:spcBef>
                <a:spcPts val="3200"/>
              </a:spcBef>
              <a:defRPr sz="3200">
                <a:latin typeface="Graphik"/>
                <a:ea typeface="Graphik"/>
                <a:cs typeface="Graphik"/>
                <a:sym typeface="Graphik"/>
              </a:defRPr>
            </a:pPr>
          </a:p>
        </p:txBody>
      </p:sp>
      <p:sp>
        <p:nvSpPr>
          <p:cNvPr id="1238" name="Circle"/>
          <p:cNvSpPr/>
          <p:nvPr/>
        </p:nvSpPr>
        <p:spPr>
          <a:xfrm>
            <a:off x="8610313" y="765504"/>
            <a:ext cx="426705" cy="43742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39" name="Circle"/>
          <p:cNvSpPr/>
          <p:nvPr/>
        </p:nvSpPr>
        <p:spPr>
          <a:xfrm>
            <a:off x="9617902" y="765504"/>
            <a:ext cx="426706" cy="437429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40" name="Circle"/>
          <p:cNvSpPr/>
          <p:nvPr/>
        </p:nvSpPr>
        <p:spPr>
          <a:xfrm>
            <a:off x="9694474" y="1768059"/>
            <a:ext cx="426706" cy="43743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41" name="Circle"/>
          <p:cNvSpPr/>
          <p:nvPr/>
        </p:nvSpPr>
        <p:spPr>
          <a:xfrm>
            <a:off x="8343135" y="1768059"/>
            <a:ext cx="426706" cy="43743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457200">
              <a:defRPr sz="22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pPr>
          </a:p>
        </p:txBody>
      </p:sp>
      <p:sp>
        <p:nvSpPr>
          <p:cNvPr id="1242" name="Equation"/>
          <p:cNvSpPr txBox="1"/>
          <p:nvPr/>
        </p:nvSpPr>
        <p:spPr>
          <a:xfrm>
            <a:off x="8495910" y="1894297"/>
            <a:ext cx="120549" cy="1840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100" i="1">
                      <a:solidFill>
                        <a:srgbClr val="FFFFFF"/>
                      </a:solidFill>
                      <a:latin typeface="Cambria Math" panose="02040503050406030204" pitchFamily="18" charset="0"/>
                    </a:rPr>
                    <m:t>0</m:t>
                  </m:r>
                </m:oMath>
              </m:oMathPara>
            </a14:m>
            <a:endParaRPr sz="2100">
              <a:solidFill>
                <a:srgbClr val="FFFFFF"/>
              </a:solidFill>
            </a:endParaRPr>
          </a:p>
        </p:txBody>
      </p:sp>
      <p:sp>
        <p:nvSpPr>
          <p:cNvPr id="1243" name="Equation"/>
          <p:cNvSpPr txBox="1"/>
          <p:nvPr/>
        </p:nvSpPr>
        <p:spPr>
          <a:xfrm>
            <a:off x="8770760" y="893618"/>
            <a:ext cx="118683" cy="1802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2</m:t>
                  </m:r>
                </m:oMath>
              </m:oMathPara>
            </a14:m>
            <a:endParaRPr sz="2100"/>
          </a:p>
        </p:txBody>
      </p:sp>
      <p:sp>
        <p:nvSpPr>
          <p:cNvPr id="1244" name="Equation"/>
          <p:cNvSpPr txBox="1"/>
          <p:nvPr/>
        </p:nvSpPr>
        <p:spPr>
          <a:xfrm>
            <a:off x="9793327" y="928581"/>
            <a:ext cx="104014" cy="18402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100" i="1">
                      <a:solidFill>
                        <a:srgbClr val="FFFFFF"/>
                      </a:solidFill>
                      <a:latin typeface="Cambria Math" panose="02040503050406030204" pitchFamily="18" charset="0"/>
                    </a:rPr>
                    <m:t>3</m:t>
                  </m:r>
                </m:oMath>
              </m:oMathPara>
            </a14:m>
            <a:endParaRPr sz="2100">
              <a:solidFill>
                <a:srgbClr val="FFFFFF"/>
              </a:solidFill>
            </a:endParaRPr>
          </a:p>
        </p:txBody>
      </p:sp>
      <p:sp>
        <p:nvSpPr>
          <p:cNvPr id="1245" name="Equation"/>
          <p:cNvSpPr txBox="1"/>
          <p:nvPr/>
        </p:nvSpPr>
        <p:spPr>
          <a:xfrm>
            <a:off x="9869899" y="1898050"/>
            <a:ext cx="122949" cy="18029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21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4</m:t>
                  </m:r>
                </m:oMath>
              </m:oMathPara>
            </a14:m>
            <a:endParaRPr sz="2100"/>
          </a:p>
        </p:txBody>
      </p:sp>
      <p:sp>
        <p:nvSpPr>
          <p:cNvPr id="1246" name="Equation"/>
          <p:cNvSpPr txBox="1"/>
          <p:nvPr/>
        </p:nvSpPr>
        <p:spPr>
          <a:xfrm>
            <a:off x="8170223" y="272548"/>
            <a:ext cx="1754717" cy="26289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p>
                    <m:e>
                      <m:r>
                        <a:rPr xmlns:a="http://schemas.openxmlformats.org/drawingml/2006/main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e>
                    <m:sup>
                      <m:r>
                        <a:rPr xmlns:a="http://schemas.openxmlformats.org/drawingml/2006/main" sz="3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*</m:t>
                      </m:r>
                    </m:sup>
                  </m:sSup>
                  <m:r>
                    <a:rPr xmlns:a="http://schemas.openxmlformats.org/drawingml/2006/main" sz="3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3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00101</m:t>
                  </m:r>
                </m:oMath>
              </m:oMathPara>
            </a14:m>
            <a:endParaRPr sz="3000"/>
          </a:p>
        </p:txBody>
      </p:sp>
      <p:sp>
        <p:nvSpPr>
          <p:cNvPr id="1247" name="Rectangle"/>
          <p:cNvSpPr/>
          <p:nvPr/>
        </p:nvSpPr>
        <p:spPr>
          <a:xfrm>
            <a:off x="6100149" y="3992529"/>
            <a:ext cx="4912679" cy="1134920"/>
          </a:xfrm>
          <a:prstGeom prst="rect">
            <a:avLst/>
          </a:prstGeom>
          <a:ln w="25400">
            <a:solidFill>
              <a:srgbClr val="AF4B51"/>
            </a:solidFill>
            <a:miter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/>
          </a:p>
        </p:txBody>
      </p:sp>
      <p:sp>
        <p:nvSpPr>
          <p:cNvPr id="1248" name="Performance metric"/>
          <p:cNvSpPr txBox="1"/>
          <p:nvPr/>
        </p:nvSpPr>
        <p:spPr>
          <a:xfrm>
            <a:off x="3956417" y="6104509"/>
            <a:ext cx="251590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AF4B51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Performance metric</a:t>
            </a:r>
          </a:p>
        </p:txBody>
      </p:sp>
      <p:cxnSp>
        <p:nvCxnSpPr>
          <p:cNvPr id="1249" name="Connection Line"/>
          <p:cNvCxnSpPr>
            <a:stCxn id="1248" idx="0"/>
            <a:endCxn id="1206" idx="0"/>
          </p:cNvCxnSpPr>
          <p:nvPr/>
        </p:nvCxnSpPr>
        <p:spPr>
          <a:xfrm flipV="1">
            <a:off x="5214367" y="4559988"/>
            <a:ext cx="1813943" cy="1774392"/>
          </a:xfrm>
          <a:prstGeom prst="straightConnector1">
            <a:avLst/>
          </a:prstGeom>
          <a:ln w="25400">
            <a:solidFill>
              <a:srgbClr val="000000"/>
            </a:solidFill>
            <a:miter/>
            <a:tail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</p:cxnSp>
      <p:sp>
        <p:nvSpPr>
          <p:cNvPr id="1250" name="Equation"/>
          <p:cNvSpPr txBox="1"/>
          <p:nvPr/>
        </p:nvSpPr>
        <p:spPr>
          <a:xfrm>
            <a:off x="2541595" y="4590144"/>
            <a:ext cx="415420" cy="22254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sSub>
                    <m:e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e>
                    <m:sub>
                      <m:r>
                        <a:rPr xmlns:a="http://schemas.openxmlformats.org/drawingml/2006/main"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02</m:t>
                      </m:r>
                    </m:sub>
                  </m:sSub>
                </m:oMath>
              </m:oMathPara>
            </a14:m>
            <a:endParaRPr sz="2500"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49" grpId="2"/>
      <p:bldP build="whole" bldLvl="1" animBg="1" rev="0" advAuto="0" spid="1248" grpId="3"/>
      <p:bldP build="whole" bldLvl="1" animBg="1" rev="0" advAuto="0" spid="124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roup"/>
          <p:cNvGrpSpPr/>
          <p:nvPr/>
        </p:nvGrpSpPr>
        <p:grpSpPr>
          <a:xfrm>
            <a:off x="261479" y="1807883"/>
            <a:ext cx="4940159" cy="4035434"/>
            <a:chOff x="0" y="0"/>
            <a:chExt cx="4940157" cy="4035433"/>
          </a:xfrm>
        </p:grpSpPr>
        <p:sp>
          <p:nvSpPr>
            <p:cNvPr id="1252" name="Line"/>
            <p:cNvSpPr/>
            <p:nvPr/>
          </p:nvSpPr>
          <p:spPr>
            <a:xfrm flipV="1">
              <a:off x="3640070" y="80729"/>
              <a:ext cx="1294165" cy="84082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53" name="Line"/>
            <p:cNvSpPr/>
            <p:nvPr/>
          </p:nvSpPr>
          <p:spPr>
            <a:xfrm>
              <a:off x="3648600" y="1688830"/>
              <a:ext cx="1290187" cy="38578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54" name="Rectangle"/>
            <p:cNvSpPr/>
            <p:nvPr/>
          </p:nvSpPr>
          <p:spPr>
            <a:xfrm>
              <a:off x="3773980" y="77732"/>
              <a:ext cx="1166178" cy="166123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255" name="Line"/>
            <p:cNvSpPr/>
            <p:nvPr/>
          </p:nvSpPr>
          <p:spPr>
            <a:xfrm>
              <a:off x="4006975" y="576927"/>
              <a:ext cx="789308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56" name="Line"/>
            <p:cNvSpPr/>
            <p:nvPr/>
          </p:nvSpPr>
          <p:spPr>
            <a:xfrm>
              <a:off x="4007430" y="908351"/>
              <a:ext cx="789308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57" name="Line"/>
            <p:cNvSpPr/>
            <p:nvPr/>
          </p:nvSpPr>
          <p:spPr>
            <a:xfrm>
              <a:off x="4007430" y="1228089"/>
              <a:ext cx="789308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58" name="Line"/>
            <p:cNvSpPr/>
            <p:nvPr/>
          </p:nvSpPr>
          <p:spPr>
            <a:xfrm>
              <a:off x="4007430" y="1573416"/>
              <a:ext cx="789308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pic>
          <p:nvPicPr>
            <p:cNvPr id="1259" name="109_qubit_WMaxCut.pdf" descr="109_qubit_WMaxCut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3930551" cy="403543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60" name="Line"/>
            <p:cNvSpPr/>
            <p:nvPr/>
          </p:nvSpPr>
          <p:spPr>
            <a:xfrm>
              <a:off x="4007371" y="251816"/>
              <a:ext cx="789308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grpSp>
          <p:nvGrpSpPr>
            <p:cNvPr id="1264" name="Group"/>
            <p:cNvGrpSpPr/>
            <p:nvPr/>
          </p:nvGrpSpPr>
          <p:grpSpPr>
            <a:xfrm>
              <a:off x="4207152" y="217697"/>
              <a:ext cx="68240" cy="395567"/>
              <a:chOff x="0" y="0"/>
              <a:chExt cx="68238" cy="395566"/>
            </a:xfrm>
          </p:grpSpPr>
          <p:sp>
            <p:nvSpPr>
              <p:cNvPr id="1261" name="Circle"/>
              <p:cNvSpPr/>
              <p:nvPr/>
            </p:nvSpPr>
            <p:spPr>
              <a:xfrm>
                <a:off x="0" y="0"/>
                <a:ext cx="68239" cy="68239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62" name="Line"/>
              <p:cNvSpPr/>
              <p:nvPr/>
            </p:nvSpPr>
            <p:spPr>
              <a:xfrm flipH="1" flipV="1">
                <a:off x="31303" y="19401"/>
                <a:ext cx="5632" cy="331049"/>
              </a:xfrm>
              <a:prstGeom prst="line">
                <a:avLst/>
              </a:prstGeom>
              <a:noFill/>
              <a:ln w="38100" cap="flat">
                <a:solidFill>
                  <a:srgbClr val="F4B9E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1733930">
                  <a:lnSpc>
                    <a:spcPct val="90000"/>
                  </a:lnSpc>
                  <a:spcBef>
                    <a:spcPts val="3200"/>
                  </a:spcBef>
                  <a:defRPr sz="3000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</a:p>
            </p:txBody>
          </p:sp>
          <p:sp>
            <p:nvSpPr>
              <p:cNvPr id="1263" name="Circle"/>
              <p:cNvSpPr/>
              <p:nvPr/>
            </p:nvSpPr>
            <p:spPr>
              <a:xfrm>
                <a:off x="0" y="327327"/>
                <a:ext cx="68239" cy="68240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1265" name="Line"/>
            <p:cNvSpPr/>
            <p:nvPr/>
          </p:nvSpPr>
          <p:spPr>
            <a:xfrm flipV="1">
              <a:off x="4583310" y="92719"/>
              <a:ext cx="1" cy="144003"/>
            </a:xfrm>
            <a:prstGeom prst="line">
              <a:avLst/>
            </a:prstGeom>
            <a:noFill/>
            <a:ln w="25400" cap="flat">
              <a:solidFill>
                <a:srgbClr val="F4B9E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66" name="Circle"/>
            <p:cNvSpPr/>
            <p:nvPr/>
          </p:nvSpPr>
          <p:spPr>
            <a:xfrm>
              <a:off x="4546375" y="213600"/>
              <a:ext cx="68240" cy="68239"/>
            </a:xfrm>
            <a:prstGeom prst="ellipse">
              <a:avLst/>
            </a:prstGeom>
            <a:solidFill>
              <a:srgbClr val="F4B9E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267" name="Circle"/>
            <p:cNvSpPr/>
            <p:nvPr/>
          </p:nvSpPr>
          <p:spPr>
            <a:xfrm>
              <a:off x="4207152" y="1539296"/>
              <a:ext cx="68240" cy="68240"/>
            </a:xfrm>
            <a:prstGeom prst="ellipse">
              <a:avLst/>
            </a:prstGeom>
            <a:solidFill>
              <a:srgbClr val="F4B9EB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268" name="Line"/>
            <p:cNvSpPr/>
            <p:nvPr/>
          </p:nvSpPr>
          <p:spPr>
            <a:xfrm flipV="1">
              <a:off x="4246986" y="1558698"/>
              <a:ext cx="1" cy="175452"/>
            </a:xfrm>
            <a:prstGeom prst="line">
              <a:avLst/>
            </a:prstGeom>
            <a:noFill/>
            <a:ln w="25400" cap="flat">
              <a:solidFill>
                <a:srgbClr val="F4B9E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69" name="Rectangle"/>
            <p:cNvSpPr/>
            <p:nvPr/>
          </p:nvSpPr>
          <p:spPr>
            <a:xfrm>
              <a:off x="4339630" y="82291"/>
              <a:ext cx="123997" cy="1656554"/>
            </a:xfrm>
            <a:prstGeom prst="rect">
              <a:avLst/>
            </a:prstGeom>
            <a:solidFill>
              <a:srgbClr val="575757">
                <a:alpha val="12598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270" name="Line"/>
            <p:cNvSpPr/>
            <p:nvPr/>
          </p:nvSpPr>
          <p:spPr>
            <a:xfrm flipV="1">
              <a:off x="4402025" y="80023"/>
              <a:ext cx="1" cy="165655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grpSp>
          <p:nvGrpSpPr>
            <p:cNvPr id="1274" name="Group"/>
            <p:cNvGrpSpPr/>
            <p:nvPr/>
          </p:nvGrpSpPr>
          <p:grpSpPr>
            <a:xfrm>
              <a:off x="4546375" y="549121"/>
              <a:ext cx="68240" cy="395567"/>
              <a:chOff x="0" y="0"/>
              <a:chExt cx="68238" cy="395566"/>
            </a:xfrm>
          </p:grpSpPr>
          <p:sp>
            <p:nvSpPr>
              <p:cNvPr id="1271" name="Circle"/>
              <p:cNvSpPr/>
              <p:nvPr/>
            </p:nvSpPr>
            <p:spPr>
              <a:xfrm>
                <a:off x="0" y="0"/>
                <a:ext cx="68239" cy="68239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72" name="Line"/>
              <p:cNvSpPr/>
              <p:nvPr/>
            </p:nvSpPr>
            <p:spPr>
              <a:xfrm flipH="1" flipV="1">
                <a:off x="31303" y="19401"/>
                <a:ext cx="5632" cy="331049"/>
              </a:xfrm>
              <a:prstGeom prst="line">
                <a:avLst/>
              </a:prstGeom>
              <a:noFill/>
              <a:ln w="38100" cap="flat">
                <a:solidFill>
                  <a:srgbClr val="F4B9E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1733930">
                  <a:lnSpc>
                    <a:spcPct val="90000"/>
                  </a:lnSpc>
                  <a:spcBef>
                    <a:spcPts val="3200"/>
                  </a:spcBef>
                  <a:defRPr sz="3000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</a:p>
            </p:txBody>
          </p:sp>
          <p:sp>
            <p:nvSpPr>
              <p:cNvPr id="1273" name="Circle"/>
              <p:cNvSpPr/>
              <p:nvPr/>
            </p:nvSpPr>
            <p:spPr>
              <a:xfrm>
                <a:off x="0" y="327327"/>
                <a:ext cx="68239" cy="68240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grpSp>
          <p:nvGrpSpPr>
            <p:cNvPr id="1278" name="Group"/>
            <p:cNvGrpSpPr/>
            <p:nvPr/>
          </p:nvGrpSpPr>
          <p:grpSpPr>
            <a:xfrm>
              <a:off x="4207152" y="876448"/>
              <a:ext cx="68240" cy="395567"/>
              <a:chOff x="0" y="0"/>
              <a:chExt cx="68238" cy="395566"/>
            </a:xfrm>
          </p:grpSpPr>
          <p:sp>
            <p:nvSpPr>
              <p:cNvPr id="1275" name="Circle"/>
              <p:cNvSpPr/>
              <p:nvPr/>
            </p:nvSpPr>
            <p:spPr>
              <a:xfrm>
                <a:off x="0" y="0"/>
                <a:ext cx="68239" cy="68239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76" name="Line"/>
              <p:cNvSpPr/>
              <p:nvPr/>
            </p:nvSpPr>
            <p:spPr>
              <a:xfrm flipH="1" flipV="1">
                <a:off x="31303" y="19401"/>
                <a:ext cx="5632" cy="331049"/>
              </a:xfrm>
              <a:prstGeom prst="line">
                <a:avLst/>
              </a:prstGeom>
              <a:noFill/>
              <a:ln w="38100" cap="flat">
                <a:solidFill>
                  <a:srgbClr val="F4B9E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1733930">
                  <a:lnSpc>
                    <a:spcPct val="90000"/>
                  </a:lnSpc>
                  <a:spcBef>
                    <a:spcPts val="3200"/>
                  </a:spcBef>
                  <a:defRPr sz="3000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</a:p>
            </p:txBody>
          </p:sp>
          <p:sp>
            <p:nvSpPr>
              <p:cNvPr id="1277" name="Circle"/>
              <p:cNvSpPr/>
              <p:nvPr/>
            </p:nvSpPr>
            <p:spPr>
              <a:xfrm>
                <a:off x="0" y="327327"/>
                <a:ext cx="68239" cy="68240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grpSp>
          <p:nvGrpSpPr>
            <p:cNvPr id="1282" name="Group"/>
            <p:cNvGrpSpPr/>
            <p:nvPr/>
          </p:nvGrpSpPr>
          <p:grpSpPr>
            <a:xfrm>
              <a:off x="4546375" y="1207872"/>
              <a:ext cx="68240" cy="395567"/>
              <a:chOff x="0" y="0"/>
              <a:chExt cx="68238" cy="395566"/>
            </a:xfrm>
          </p:grpSpPr>
          <p:sp>
            <p:nvSpPr>
              <p:cNvPr id="1279" name="Circle"/>
              <p:cNvSpPr/>
              <p:nvPr/>
            </p:nvSpPr>
            <p:spPr>
              <a:xfrm>
                <a:off x="0" y="0"/>
                <a:ext cx="68239" cy="68239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1280" name="Line"/>
              <p:cNvSpPr/>
              <p:nvPr/>
            </p:nvSpPr>
            <p:spPr>
              <a:xfrm flipH="1" flipV="1">
                <a:off x="31303" y="19401"/>
                <a:ext cx="5632" cy="331049"/>
              </a:xfrm>
              <a:prstGeom prst="line">
                <a:avLst/>
              </a:prstGeom>
              <a:noFill/>
              <a:ln w="38100" cap="flat">
                <a:solidFill>
                  <a:srgbClr val="F4B9E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1733930">
                  <a:lnSpc>
                    <a:spcPct val="90000"/>
                  </a:lnSpc>
                  <a:spcBef>
                    <a:spcPts val="3200"/>
                  </a:spcBef>
                  <a:defRPr sz="3000">
                    <a:latin typeface="Helvetica Neue"/>
                    <a:ea typeface="Helvetica Neue"/>
                    <a:cs typeface="Helvetica Neue"/>
                    <a:sym typeface="Helvetica Neue"/>
                  </a:defRPr>
                </a:pPr>
              </a:p>
            </p:txBody>
          </p:sp>
          <p:sp>
            <p:nvSpPr>
              <p:cNvPr id="1281" name="Circle"/>
              <p:cNvSpPr/>
              <p:nvPr/>
            </p:nvSpPr>
            <p:spPr>
              <a:xfrm>
                <a:off x="0" y="327327"/>
                <a:ext cx="68239" cy="68240"/>
              </a:xfrm>
              <a:prstGeom prst="ellipse">
                <a:avLst/>
              </a:prstGeom>
              <a:solidFill>
                <a:srgbClr val="F4B9E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584200">
                  <a:defRPr sz="2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1283" name="Equation"/>
            <p:cNvSpPr txBox="1"/>
            <p:nvPr/>
          </p:nvSpPr>
          <p:spPr>
            <a:xfrm>
              <a:off x="3843407" y="209964"/>
              <a:ext cx="153842" cy="9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sub>
                    </m:sSub>
                  </m:oMath>
                </m:oMathPara>
              </a14:m>
              <a:endParaRPr sz="1000"/>
            </a:p>
          </p:txBody>
        </p:sp>
        <p:sp>
          <p:nvSpPr>
            <p:cNvPr id="1284" name="Equation"/>
            <p:cNvSpPr txBox="1"/>
            <p:nvPr/>
          </p:nvSpPr>
          <p:spPr>
            <a:xfrm>
              <a:off x="3843407" y="535074"/>
              <a:ext cx="162215" cy="91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sub>
                    </m:sSub>
                  </m:oMath>
                </m:oMathPara>
              </a14:m>
              <a:endParaRPr sz="1000"/>
            </a:p>
          </p:txBody>
        </p:sp>
        <p:sp>
          <p:nvSpPr>
            <p:cNvPr id="1285" name="Equation"/>
            <p:cNvSpPr txBox="1"/>
            <p:nvPr/>
          </p:nvSpPr>
          <p:spPr>
            <a:xfrm>
              <a:off x="3843407" y="860185"/>
              <a:ext cx="161587" cy="9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sub>
                    </m:sSub>
                  </m:oMath>
                </m:oMathPara>
              </a14:m>
              <a:endParaRPr sz="1000"/>
            </a:p>
          </p:txBody>
        </p:sp>
        <p:sp>
          <p:nvSpPr>
            <p:cNvPr id="1286" name="Equation"/>
            <p:cNvSpPr txBox="1"/>
            <p:nvPr/>
          </p:nvSpPr>
          <p:spPr>
            <a:xfrm>
              <a:off x="3843407" y="1185296"/>
              <a:ext cx="151103" cy="9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b>
                    </m:sSub>
                  </m:oMath>
                </m:oMathPara>
              </a14:m>
              <a:endParaRPr sz="1000"/>
            </a:p>
          </p:txBody>
        </p:sp>
        <p:sp>
          <p:nvSpPr>
            <p:cNvPr id="1287" name="Equation"/>
            <p:cNvSpPr txBox="1"/>
            <p:nvPr/>
          </p:nvSpPr>
          <p:spPr>
            <a:xfrm>
              <a:off x="3843407" y="1511490"/>
              <a:ext cx="159685" cy="918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sSub>
                      <m:e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xmlns:a="http://schemas.openxmlformats.org/drawingml/2006/main" sz="1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m:oMathPara>
              </a14:m>
              <a:endParaRPr sz="1000"/>
            </a:p>
          </p:txBody>
        </p:sp>
        <p:sp>
          <p:nvSpPr>
            <p:cNvPr id="1288" name="Rectangle"/>
            <p:cNvSpPr/>
            <p:nvPr/>
          </p:nvSpPr>
          <p:spPr>
            <a:xfrm>
              <a:off x="3204665" y="914082"/>
              <a:ext cx="445088" cy="773444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584200">
                <a:defRPr sz="2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289" name="Line"/>
            <p:cNvSpPr/>
            <p:nvPr/>
          </p:nvSpPr>
          <p:spPr>
            <a:xfrm flipV="1">
              <a:off x="3200186" y="81236"/>
              <a:ext cx="574247" cy="83980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90" name="Line"/>
            <p:cNvSpPr/>
            <p:nvPr/>
          </p:nvSpPr>
          <p:spPr>
            <a:xfrm>
              <a:off x="3199982" y="1692154"/>
              <a:ext cx="574656" cy="4501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1733930">
                <a:lnSpc>
                  <a:spcPct val="90000"/>
                </a:lnSpc>
                <a:spcBef>
                  <a:spcPts val="3200"/>
                </a:spcBef>
                <a:defRPr sz="3000">
                  <a:latin typeface="Helvetica Neue"/>
                  <a:ea typeface="Helvetica Neue"/>
                  <a:cs typeface="Helvetica Neue"/>
                  <a:sym typeface="Helvetica Neue"/>
                </a:defRPr>
              </a:pPr>
            </a:p>
          </p:txBody>
        </p:sp>
        <p:sp>
          <p:nvSpPr>
            <p:cNvPr id="1291" name="Equation"/>
            <p:cNvSpPr txBox="1"/>
            <p:nvPr/>
          </p:nvSpPr>
          <p:spPr>
            <a:xfrm>
              <a:off x="3807078" y="381654"/>
              <a:ext cx="435961" cy="1206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xmlns:a="http://schemas.openxmlformats.org/drawingml/2006/main" sz="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ctrlPr>
                          <a:rPr xmlns:a="http://schemas.openxmlformats.org/drawingml/2006/main" sz="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31,32</m:t>
                            </m:r>
                          </m:sub>
                        </m:sSub>
                      </m:e>
                    </m:d>
                  </m:oMath>
                </m:oMathPara>
              </a14:m>
              <a:endParaRPr sz="500"/>
            </a:p>
          </p:txBody>
        </p:sp>
        <p:sp>
          <p:nvSpPr>
            <p:cNvPr id="1292" name="Equation"/>
            <p:cNvSpPr txBox="1"/>
            <p:nvPr/>
          </p:nvSpPr>
          <p:spPr>
            <a:xfrm>
              <a:off x="3802433" y="1024597"/>
              <a:ext cx="435754" cy="1206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0" tIns="0" rIns="0" bIns="0">
              <a:spAutoFit/>
            </a:bodyPr>
            <a:lstStyle/>
            <a:p>
              <a:pPr latinLnBrk="1"/>
              <a14:m>
                <m:oMathPara>
                  <m:oMathParaPr>
                    <m:jc m:val="centerGroup"/>
                  </m:oMathParaPr>
                  <m:oMath>
                    <m:r>
                      <a:rPr xmlns:a="http://schemas.openxmlformats.org/drawingml/2006/main" sz="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xmlns:a="http://schemas.openxmlformats.org/drawingml/2006/main" sz="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d>
                      <m:dPr>
                        <m:ctrlPr>
                          <a:rPr xmlns:a="http://schemas.openxmlformats.org/drawingml/2006/main" sz="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e>
                          <m:sub>
                            <m:r>
                              <a:rPr xmlns:a="http://schemas.openxmlformats.org/drawingml/2006/main" sz="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36,51</m:t>
                            </m:r>
                          </m:sub>
                        </m:sSub>
                      </m:e>
                    </m:d>
                  </m:oMath>
                </m:oMathPara>
              </a14:m>
              <a:endParaRPr sz="500"/>
            </a:p>
          </p:txBody>
        </p:sp>
      </p:grpSp>
      <p:sp>
        <p:nvSpPr>
          <p:cNvPr id="1294" name="Title 1"/>
          <p:cNvSpPr txBox="1"/>
          <p:nvPr/>
        </p:nvSpPr>
        <p:spPr>
          <a:xfrm>
            <a:off x="154112" y="227635"/>
            <a:ext cx="1183310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pc="-1" sz="2800">
                <a:solidFill>
                  <a:srgbClr val="023D6B"/>
                </a:solidFill>
              </a:defRPr>
            </a:lvl1pPr>
          </a:lstStyle>
          <a:p>
            <a:pPr/>
            <a:r>
              <a:t>1D-Chain problem</a:t>
            </a:r>
          </a:p>
        </p:txBody>
      </p:sp>
      <p:pic>
        <p:nvPicPr>
          <p:cNvPr id="1295" name="TN_comparison.pdf" descr="TN_comparison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79482" y="178115"/>
            <a:ext cx="5942182" cy="57692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7" name="TN_comparison.pdf" descr="TN_comparison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8822" y="268800"/>
            <a:ext cx="5708837" cy="58832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8" name="ibm_fez_problem.pdf" descr="ibm_fez_problem.pdf"/>
          <p:cNvPicPr>
            <a:picLocks noChangeAspect="1"/>
          </p:cNvPicPr>
          <p:nvPr/>
        </p:nvPicPr>
        <p:blipFill>
          <a:blip r:embed="rId3">
            <a:extLst/>
          </a:blip>
          <a:srcRect l="6798" t="10143" r="6798" b="6189"/>
          <a:stretch>
            <a:fillRect/>
          </a:stretch>
        </p:blipFill>
        <p:spPr>
          <a:xfrm>
            <a:off x="916308" y="1701613"/>
            <a:ext cx="3658973" cy="36376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9" name="ibm_torino_problem.pdf" descr="ibm_torino_problem.pdf"/>
          <p:cNvPicPr>
            <a:picLocks noChangeAspect="1"/>
          </p:cNvPicPr>
          <p:nvPr/>
        </p:nvPicPr>
        <p:blipFill>
          <a:blip r:embed="rId4">
            <a:extLst/>
          </a:blip>
          <a:srcRect l="0" t="0" r="0" b="92509"/>
          <a:stretch>
            <a:fillRect/>
          </a:stretch>
        </p:blipFill>
        <p:spPr>
          <a:xfrm>
            <a:off x="-123504" y="1129012"/>
            <a:ext cx="6093160" cy="468608"/>
          </a:xfrm>
          <a:prstGeom prst="rect">
            <a:avLst/>
          </a:prstGeom>
          <a:ln w="12700">
            <a:miter lim="400000"/>
          </a:ln>
        </p:spPr>
      </p:pic>
      <p:sp>
        <p:nvSpPr>
          <p:cNvPr id="1300" name="Title 1"/>
          <p:cNvSpPr txBox="1"/>
          <p:nvPr/>
        </p:nvSpPr>
        <p:spPr>
          <a:xfrm>
            <a:off x="154112" y="227635"/>
            <a:ext cx="1183310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pc="-1" sz="2800">
                <a:solidFill>
                  <a:srgbClr val="023D6B"/>
                </a:solidFill>
              </a:defRPr>
            </a:lvl1pPr>
          </a:lstStyle>
          <a:p>
            <a:pPr/>
            <a:r>
              <a:t>Heavy-Hex problem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Title 1"/>
          <p:cNvSpPr txBox="1"/>
          <p:nvPr/>
        </p:nvSpPr>
        <p:spPr>
          <a:xfrm>
            <a:off x="154112" y="227635"/>
            <a:ext cx="1183310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pc="-1" sz="2800">
                <a:solidFill>
                  <a:srgbClr val="023D6B"/>
                </a:solidFill>
              </a:defRPr>
            </a:lvl1pPr>
          </a:lstStyle>
          <a:p>
            <a:pPr/>
            <a:r>
              <a:t>Square lattice problem</a:t>
            </a:r>
          </a:p>
        </p:txBody>
      </p:sp>
      <p:pic>
        <p:nvPicPr>
          <p:cNvPr id="1303" name="ibm_torino_problem.pdf" descr="ibm_torino_problem.pdf"/>
          <p:cNvPicPr>
            <a:picLocks noChangeAspect="1"/>
          </p:cNvPicPr>
          <p:nvPr/>
        </p:nvPicPr>
        <p:blipFill>
          <a:blip r:embed="rId2">
            <a:extLst/>
          </a:blip>
          <a:srcRect l="0" t="0" r="0" b="92509"/>
          <a:stretch>
            <a:fillRect/>
          </a:stretch>
        </p:blipFill>
        <p:spPr>
          <a:xfrm>
            <a:off x="-85404" y="1043273"/>
            <a:ext cx="4359610" cy="335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4" name="iqm_garnet_problem.pdf" descr="iqm_garnet_problem.pdf"/>
          <p:cNvPicPr>
            <a:picLocks noChangeAspect="1"/>
          </p:cNvPicPr>
          <p:nvPr/>
        </p:nvPicPr>
        <p:blipFill>
          <a:blip r:embed="rId3">
            <a:extLst/>
          </a:blip>
          <a:srcRect l="0" t="9323" r="0" b="0"/>
          <a:stretch>
            <a:fillRect/>
          </a:stretch>
        </p:blipFill>
        <p:spPr>
          <a:xfrm>
            <a:off x="317225" y="1651453"/>
            <a:ext cx="3554352" cy="33089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5" name="TN_SQ_comparison.pdf" descr="TN_SQ_comparison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98684" y="88557"/>
            <a:ext cx="5942182" cy="60459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mps_30_delta.pdf" descr="mps_30_delt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585" y="2093765"/>
            <a:ext cx="5392289" cy="386427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8" name="r_ibm_brisbane_30_1D.pdf" descr="r_ibm_brisbane_30_1D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41156" y="2093765"/>
            <a:ext cx="5392290" cy="3864270"/>
          </a:xfrm>
          <a:prstGeom prst="rect">
            <a:avLst/>
          </a:prstGeom>
          <a:ln w="12700">
            <a:miter lim="400000"/>
          </a:ln>
        </p:spPr>
      </p:pic>
      <p:sp>
        <p:nvSpPr>
          <p:cNvPr id="1309" name="MPS"/>
          <p:cNvSpPr txBox="1"/>
          <p:nvPr/>
        </p:nvSpPr>
        <p:spPr>
          <a:xfrm>
            <a:off x="2392605" y="1653469"/>
            <a:ext cx="599515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MPS</a:t>
            </a:r>
          </a:p>
        </p:txBody>
      </p:sp>
      <p:sp>
        <p:nvSpPr>
          <p:cNvPr id="1310" name="ibm_brisbane"/>
          <p:cNvSpPr txBox="1"/>
          <p:nvPr/>
        </p:nvSpPr>
        <p:spPr>
          <a:xfrm>
            <a:off x="7799040" y="1653469"/>
            <a:ext cx="1476522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ibm_brisbane</a:t>
            </a:r>
          </a:p>
        </p:txBody>
      </p:sp>
      <p:sp>
        <p:nvSpPr>
          <p:cNvPr id="1311" name="Title 1"/>
          <p:cNvSpPr txBox="1"/>
          <p:nvPr/>
        </p:nvSpPr>
        <p:spPr>
          <a:xfrm>
            <a:off x="154112" y="227635"/>
            <a:ext cx="11833101" cy="394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90000"/>
              </a:lnSpc>
              <a:defRPr b="1" spc="-1" sz="2800">
                <a:solidFill>
                  <a:srgbClr val="023D6B"/>
                </a:solidFill>
              </a:defRPr>
            </a:lvl1pPr>
          </a:lstStyle>
          <a:p>
            <a:pPr/>
            <a:r>
              <a:t>1D-Chain landscape - 30 qubit problem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